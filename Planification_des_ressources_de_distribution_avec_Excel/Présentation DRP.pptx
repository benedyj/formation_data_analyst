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68" r:id="rId4"/>
    <p:sldId id="270" r:id="rId5"/>
    <p:sldId id="271" r:id="rId6"/>
    <p:sldId id="280" r:id="rId7"/>
    <p:sldId id="272" r:id="rId8"/>
    <p:sldId id="281" r:id="rId9"/>
    <p:sldId id="282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grzrqtyc6NFMljW0vJjHtN/3s2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B276D6-7DA8-486D-9897-4FA2B4CCD1D1}">
  <a:tblStyle styleId="{D8B276D6-7DA8-486D-9897-4FA2B4CCD1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4"/>
    <p:restoredTop sz="94157"/>
  </p:normalViewPr>
  <p:slideViewPr>
    <p:cSldViewPr snapToGrid="0">
      <p:cViewPr varScale="1">
        <p:scale>
          <a:sx n="147" d="100"/>
          <a:sy n="147" d="100"/>
        </p:scale>
        <p:origin x="312" y="184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66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A301D9-5639-C84E-ABA2-45BA65C6975C}" type="doc">
      <dgm:prSet loTypeId="urn:microsoft.com/office/officeart/2005/8/layout/hierarchy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E175B76-CB87-C443-96F1-957F25A3E34F}">
      <dgm:prSet phldrT="[Texte]"/>
      <dgm:spPr>
        <a:solidFill>
          <a:srgbClr val="00B050"/>
        </a:solidFill>
      </dgm:spPr>
      <dgm:t>
        <a:bodyPr/>
        <a:lstStyle/>
        <a:p>
          <a:r>
            <a:rPr lang="fr-FR" dirty="0"/>
            <a:t>Avantages</a:t>
          </a:r>
        </a:p>
      </dgm:t>
    </dgm:pt>
    <dgm:pt modelId="{1E1C3D67-5DA7-B14E-B1E4-3CC4D49F23EE}" type="parTrans" cxnId="{922349FE-DEE4-F74D-9301-4A87CE21DAF8}">
      <dgm:prSet/>
      <dgm:spPr/>
      <dgm:t>
        <a:bodyPr/>
        <a:lstStyle/>
        <a:p>
          <a:endParaRPr lang="fr-FR"/>
        </a:p>
      </dgm:t>
    </dgm:pt>
    <dgm:pt modelId="{CC41A5A9-4AC9-EE4D-ACBE-34D817D05623}" type="sibTrans" cxnId="{922349FE-DEE4-F74D-9301-4A87CE21DAF8}">
      <dgm:prSet/>
      <dgm:spPr/>
      <dgm:t>
        <a:bodyPr/>
        <a:lstStyle/>
        <a:p>
          <a:endParaRPr lang="fr-FR"/>
        </a:p>
      </dgm:t>
    </dgm:pt>
    <dgm:pt modelId="{35936D02-D6B8-2C41-8D5B-70315B2330A3}">
      <dgm:prSet phldrT="[Texte]"/>
      <dgm:spPr>
        <a:solidFill>
          <a:schemeClr val="bg1">
            <a:alpha val="90000"/>
          </a:schemeClr>
        </a:solidFill>
        <a:ln>
          <a:solidFill>
            <a:srgbClr val="92D050"/>
          </a:solidFill>
        </a:ln>
      </dgm:spPr>
      <dgm:t>
        <a:bodyPr/>
        <a:lstStyle/>
        <a:p>
          <a:r>
            <a:rPr lang="fr-FR" dirty="0"/>
            <a:t>Permet de voir l’évolution du stock</a:t>
          </a:r>
        </a:p>
      </dgm:t>
    </dgm:pt>
    <dgm:pt modelId="{B6E01CAF-6ECC-BF4B-A977-7C2C081F2F0C}" type="parTrans" cxnId="{840FC7EF-8C7F-6446-8C78-3837FDF3E6AE}">
      <dgm:prSet/>
      <dgm:spPr>
        <a:ln>
          <a:solidFill>
            <a:srgbClr val="00B050"/>
          </a:solidFill>
        </a:ln>
      </dgm:spPr>
      <dgm:t>
        <a:bodyPr/>
        <a:lstStyle/>
        <a:p>
          <a:endParaRPr lang="fr-FR"/>
        </a:p>
      </dgm:t>
    </dgm:pt>
    <dgm:pt modelId="{E0B1B747-897C-5548-873D-A4E081BD3535}" type="sibTrans" cxnId="{840FC7EF-8C7F-6446-8C78-3837FDF3E6AE}">
      <dgm:prSet/>
      <dgm:spPr/>
      <dgm:t>
        <a:bodyPr/>
        <a:lstStyle/>
        <a:p>
          <a:endParaRPr lang="fr-FR"/>
        </a:p>
      </dgm:t>
    </dgm:pt>
    <dgm:pt modelId="{AE57A65A-4721-D947-B0A1-4667071CA620}">
      <dgm:prSet phldrT="[Texte]"/>
      <dgm:spPr>
        <a:ln>
          <a:solidFill>
            <a:srgbClr val="92D050"/>
          </a:solidFill>
        </a:ln>
      </dgm:spPr>
      <dgm:t>
        <a:bodyPr/>
        <a:lstStyle/>
        <a:p>
          <a:r>
            <a:rPr lang="fr-FR" dirty="0"/>
            <a:t>Affichage des informations clés</a:t>
          </a:r>
        </a:p>
      </dgm:t>
    </dgm:pt>
    <dgm:pt modelId="{060A2002-BCCC-F64A-A1C7-18F40B971F03}" type="parTrans" cxnId="{75364DC4-7814-4E4E-8EEF-4C20EC184159}">
      <dgm:prSet/>
      <dgm:spPr>
        <a:ln>
          <a:solidFill>
            <a:srgbClr val="00B050"/>
          </a:solidFill>
        </a:ln>
      </dgm:spPr>
      <dgm:t>
        <a:bodyPr/>
        <a:lstStyle/>
        <a:p>
          <a:endParaRPr lang="fr-FR"/>
        </a:p>
      </dgm:t>
    </dgm:pt>
    <dgm:pt modelId="{A4E63FD1-7069-6347-87E4-61E311C2DAAA}" type="sibTrans" cxnId="{75364DC4-7814-4E4E-8EEF-4C20EC184159}">
      <dgm:prSet/>
      <dgm:spPr/>
      <dgm:t>
        <a:bodyPr/>
        <a:lstStyle/>
        <a:p>
          <a:endParaRPr lang="fr-FR"/>
        </a:p>
      </dgm:t>
    </dgm:pt>
    <dgm:pt modelId="{B665904F-C8DE-F547-BFD3-85AC5FB4F35E}">
      <dgm:prSet phldrT="[Texte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FR" dirty="0"/>
            <a:t>Inconvénients</a:t>
          </a:r>
        </a:p>
      </dgm:t>
    </dgm:pt>
    <dgm:pt modelId="{DA80294B-50DA-9F4F-A251-61150ABDA0BE}" type="parTrans" cxnId="{020EC17B-7065-C84A-8F9E-02B199FD4DF2}">
      <dgm:prSet/>
      <dgm:spPr/>
      <dgm:t>
        <a:bodyPr/>
        <a:lstStyle/>
        <a:p>
          <a:endParaRPr lang="fr-FR"/>
        </a:p>
      </dgm:t>
    </dgm:pt>
    <dgm:pt modelId="{64D8AFBC-59E2-4F4F-9DFF-ECC9829EC0FF}" type="sibTrans" cxnId="{020EC17B-7065-C84A-8F9E-02B199FD4DF2}">
      <dgm:prSet/>
      <dgm:spPr/>
      <dgm:t>
        <a:bodyPr/>
        <a:lstStyle/>
        <a:p>
          <a:endParaRPr lang="fr-FR"/>
        </a:p>
      </dgm:t>
    </dgm:pt>
    <dgm:pt modelId="{2F16CA56-E1F7-734D-A6D2-BF1F64529080}">
      <dgm:prSet phldrT="[Texte]"/>
      <dgm:spPr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r>
            <a:rPr lang="fr-FR" dirty="0"/>
            <a:t>Ne permet pas d’éviter les futures ruptures</a:t>
          </a:r>
        </a:p>
      </dgm:t>
    </dgm:pt>
    <dgm:pt modelId="{AA52F911-13B3-EE4D-ACC0-9D4465839A06}" type="parTrans" cxnId="{D72D83FC-8BE6-934A-8453-520154FDFD80}">
      <dgm:prSet/>
      <dgm:spPr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endParaRPr lang="fr-FR"/>
        </a:p>
      </dgm:t>
    </dgm:pt>
    <dgm:pt modelId="{B1CE434C-929A-8C4D-9E75-F42F73157C27}" type="sibTrans" cxnId="{D72D83FC-8BE6-934A-8453-520154FDFD80}">
      <dgm:prSet/>
      <dgm:spPr/>
      <dgm:t>
        <a:bodyPr/>
        <a:lstStyle/>
        <a:p>
          <a:endParaRPr lang="fr-FR"/>
        </a:p>
      </dgm:t>
    </dgm:pt>
    <dgm:pt modelId="{5E05F6C5-C84C-5143-9E85-799999B6739A}">
      <dgm:prSet phldrT="[Texte]"/>
      <dgm:spPr>
        <a:ln>
          <a:solidFill>
            <a:schemeClr val="accent4">
              <a:lumMod val="40000"/>
              <a:lumOff val="60000"/>
            </a:schemeClr>
          </a:solidFill>
        </a:ln>
      </dgm:spPr>
      <dgm:t>
        <a:bodyPr/>
        <a:lstStyle/>
        <a:p>
          <a:r>
            <a:rPr lang="fr-FR" dirty="0"/>
            <a:t>Manque d’indicateurs</a:t>
          </a:r>
        </a:p>
      </dgm:t>
    </dgm:pt>
    <dgm:pt modelId="{2C183486-FF59-CB49-A541-57E69DB8DB70}" type="parTrans" cxnId="{B1922302-416C-EB4F-8D16-675472DF66AC}">
      <dgm:prSet/>
      <dgm:spPr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endParaRPr lang="fr-FR"/>
        </a:p>
      </dgm:t>
    </dgm:pt>
    <dgm:pt modelId="{B4047CD1-A746-5948-AE1C-9C9FD9DB769F}" type="sibTrans" cxnId="{B1922302-416C-EB4F-8D16-675472DF66AC}">
      <dgm:prSet/>
      <dgm:spPr/>
      <dgm:t>
        <a:bodyPr/>
        <a:lstStyle/>
        <a:p>
          <a:endParaRPr lang="fr-FR"/>
        </a:p>
      </dgm:t>
    </dgm:pt>
    <dgm:pt modelId="{0E68BF93-56FD-E648-A61B-475D250D55E3}">
      <dgm:prSet/>
      <dgm:spPr>
        <a:ln>
          <a:solidFill>
            <a:srgbClr val="92D050"/>
          </a:solidFill>
        </a:ln>
      </dgm:spPr>
      <dgm:t>
        <a:bodyPr/>
        <a:lstStyle/>
        <a:p>
          <a:r>
            <a:rPr lang="fr-FR" dirty="0"/>
            <a:t>Dynamique</a:t>
          </a:r>
        </a:p>
      </dgm:t>
    </dgm:pt>
    <dgm:pt modelId="{1BEF9E6F-F928-BC49-8A80-CE4E1960DBDA}" type="parTrans" cxnId="{86285DD2-9C75-1F4D-8966-790C7F8E63DD}">
      <dgm:prSet/>
      <dgm:spPr>
        <a:ln>
          <a:solidFill>
            <a:srgbClr val="00B050"/>
          </a:solidFill>
        </a:ln>
      </dgm:spPr>
      <dgm:t>
        <a:bodyPr/>
        <a:lstStyle/>
        <a:p>
          <a:endParaRPr lang="fr-FR"/>
        </a:p>
      </dgm:t>
    </dgm:pt>
    <dgm:pt modelId="{E0DCE5FE-D4AD-0643-961E-6BC26BB32939}" type="sibTrans" cxnId="{86285DD2-9C75-1F4D-8966-790C7F8E63DD}">
      <dgm:prSet/>
      <dgm:spPr/>
      <dgm:t>
        <a:bodyPr/>
        <a:lstStyle/>
        <a:p>
          <a:endParaRPr lang="fr-FR"/>
        </a:p>
      </dgm:t>
    </dgm:pt>
    <dgm:pt modelId="{EC23440E-4444-174D-AFAF-D19CC1CF18DC}" type="pres">
      <dgm:prSet presAssocID="{C7A301D9-5639-C84E-ABA2-45BA65C6975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A7EAA5-ADED-984C-BF4C-4AB1F788B7BB}" type="pres">
      <dgm:prSet presAssocID="{8E175B76-CB87-C443-96F1-957F25A3E34F}" presName="root" presStyleCnt="0"/>
      <dgm:spPr/>
    </dgm:pt>
    <dgm:pt modelId="{08F0BF43-9C33-A84D-B271-C327F59AD6E9}" type="pres">
      <dgm:prSet presAssocID="{8E175B76-CB87-C443-96F1-957F25A3E34F}" presName="rootComposite" presStyleCnt="0"/>
      <dgm:spPr/>
    </dgm:pt>
    <dgm:pt modelId="{8ED4E72B-C468-2145-8CAB-5445FA2C071F}" type="pres">
      <dgm:prSet presAssocID="{8E175B76-CB87-C443-96F1-957F25A3E34F}" presName="rootText" presStyleLbl="node1" presStyleIdx="0" presStyleCnt="2"/>
      <dgm:spPr/>
    </dgm:pt>
    <dgm:pt modelId="{8D000FFB-B726-3847-8F62-341C8FD8EA32}" type="pres">
      <dgm:prSet presAssocID="{8E175B76-CB87-C443-96F1-957F25A3E34F}" presName="rootConnector" presStyleLbl="node1" presStyleIdx="0" presStyleCnt="2"/>
      <dgm:spPr/>
    </dgm:pt>
    <dgm:pt modelId="{F5C26AB4-1455-D747-8D4B-6DDCDC175E88}" type="pres">
      <dgm:prSet presAssocID="{8E175B76-CB87-C443-96F1-957F25A3E34F}" presName="childShape" presStyleCnt="0"/>
      <dgm:spPr/>
    </dgm:pt>
    <dgm:pt modelId="{A05B6D5F-5EA8-8644-8425-3CF4F7D80CD6}" type="pres">
      <dgm:prSet presAssocID="{B6E01CAF-6ECC-BF4B-A977-7C2C081F2F0C}" presName="Name13" presStyleLbl="parChTrans1D2" presStyleIdx="0" presStyleCnt="5"/>
      <dgm:spPr/>
    </dgm:pt>
    <dgm:pt modelId="{0A9613D5-2D0D-CA4E-BCDA-51320DDAB7C1}" type="pres">
      <dgm:prSet presAssocID="{35936D02-D6B8-2C41-8D5B-70315B2330A3}" presName="childText" presStyleLbl="bgAcc1" presStyleIdx="0" presStyleCnt="5">
        <dgm:presLayoutVars>
          <dgm:bulletEnabled val="1"/>
        </dgm:presLayoutVars>
      </dgm:prSet>
      <dgm:spPr/>
    </dgm:pt>
    <dgm:pt modelId="{06562CD6-59AB-934B-B217-54CF6CE235A7}" type="pres">
      <dgm:prSet presAssocID="{060A2002-BCCC-F64A-A1C7-18F40B971F03}" presName="Name13" presStyleLbl="parChTrans1D2" presStyleIdx="1" presStyleCnt="5"/>
      <dgm:spPr/>
    </dgm:pt>
    <dgm:pt modelId="{E656DA1B-67FD-7140-8251-E4E97B30CEC5}" type="pres">
      <dgm:prSet presAssocID="{AE57A65A-4721-D947-B0A1-4667071CA620}" presName="childText" presStyleLbl="bgAcc1" presStyleIdx="1" presStyleCnt="5">
        <dgm:presLayoutVars>
          <dgm:bulletEnabled val="1"/>
        </dgm:presLayoutVars>
      </dgm:prSet>
      <dgm:spPr/>
    </dgm:pt>
    <dgm:pt modelId="{E2CFE38B-EA54-114C-A103-AA205F4F5399}" type="pres">
      <dgm:prSet presAssocID="{1BEF9E6F-F928-BC49-8A80-CE4E1960DBDA}" presName="Name13" presStyleLbl="parChTrans1D2" presStyleIdx="2" presStyleCnt="5"/>
      <dgm:spPr/>
    </dgm:pt>
    <dgm:pt modelId="{1AD98850-4439-5E45-92FB-E963467EE331}" type="pres">
      <dgm:prSet presAssocID="{0E68BF93-56FD-E648-A61B-475D250D55E3}" presName="childText" presStyleLbl="bgAcc1" presStyleIdx="2" presStyleCnt="5">
        <dgm:presLayoutVars>
          <dgm:bulletEnabled val="1"/>
        </dgm:presLayoutVars>
      </dgm:prSet>
      <dgm:spPr/>
    </dgm:pt>
    <dgm:pt modelId="{87AF1576-6A1D-AA42-88BF-766A4568D713}" type="pres">
      <dgm:prSet presAssocID="{B665904F-C8DE-F547-BFD3-85AC5FB4F35E}" presName="root" presStyleCnt="0"/>
      <dgm:spPr/>
    </dgm:pt>
    <dgm:pt modelId="{32A084C7-8953-3F4D-86D8-813364A33425}" type="pres">
      <dgm:prSet presAssocID="{B665904F-C8DE-F547-BFD3-85AC5FB4F35E}" presName="rootComposite" presStyleCnt="0"/>
      <dgm:spPr/>
    </dgm:pt>
    <dgm:pt modelId="{C343A610-CDEB-F049-8571-97956B4894A5}" type="pres">
      <dgm:prSet presAssocID="{B665904F-C8DE-F547-BFD3-85AC5FB4F35E}" presName="rootText" presStyleLbl="node1" presStyleIdx="1" presStyleCnt="2"/>
      <dgm:spPr/>
    </dgm:pt>
    <dgm:pt modelId="{19B19EFD-209E-FD42-B3DB-D62E0F2F142E}" type="pres">
      <dgm:prSet presAssocID="{B665904F-C8DE-F547-BFD3-85AC5FB4F35E}" presName="rootConnector" presStyleLbl="node1" presStyleIdx="1" presStyleCnt="2"/>
      <dgm:spPr/>
    </dgm:pt>
    <dgm:pt modelId="{027195FB-CDB0-E441-8539-7A0AE363AE5C}" type="pres">
      <dgm:prSet presAssocID="{B665904F-C8DE-F547-BFD3-85AC5FB4F35E}" presName="childShape" presStyleCnt="0"/>
      <dgm:spPr/>
    </dgm:pt>
    <dgm:pt modelId="{8EAA1E98-9094-CF4F-A558-6967CE5540E2}" type="pres">
      <dgm:prSet presAssocID="{AA52F911-13B3-EE4D-ACC0-9D4465839A06}" presName="Name13" presStyleLbl="parChTrans1D2" presStyleIdx="3" presStyleCnt="5"/>
      <dgm:spPr/>
    </dgm:pt>
    <dgm:pt modelId="{AB2B9D18-8175-A54C-957C-8D5E8594CB48}" type="pres">
      <dgm:prSet presAssocID="{2F16CA56-E1F7-734D-A6D2-BF1F64529080}" presName="childText" presStyleLbl="bgAcc1" presStyleIdx="3" presStyleCnt="5">
        <dgm:presLayoutVars>
          <dgm:bulletEnabled val="1"/>
        </dgm:presLayoutVars>
      </dgm:prSet>
      <dgm:spPr/>
    </dgm:pt>
    <dgm:pt modelId="{6A9E25AF-9774-2746-8E0C-9F203857C8C9}" type="pres">
      <dgm:prSet presAssocID="{2C183486-FF59-CB49-A541-57E69DB8DB70}" presName="Name13" presStyleLbl="parChTrans1D2" presStyleIdx="4" presStyleCnt="5"/>
      <dgm:spPr/>
    </dgm:pt>
    <dgm:pt modelId="{F6E3D7D7-8D46-C849-8EFC-7330B22E68B5}" type="pres">
      <dgm:prSet presAssocID="{5E05F6C5-C84C-5143-9E85-799999B6739A}" presName="childText" presStyleLbl="bgAcc1" presStyleIdx="4" presStyleCnt="5">
        <dgm:presLayoutVars>
          <dgm:bulletEnabled val="1"/>
        </dgm:presLayoutVars>
      </dgm:prSet>
      <dgm:spPr/>
    </dgm:pt>
  </dgm:ptLst>
  <dgm:cxnLst>
    <dgm:cxn modelId="{C467AB00-44C1-2747-8601-E6D2587F16E0}" type="presOf" srcId="{B665904F-C8DE-F547-BFD3-85AC5FB4F35E}" destId="{19B19EFD-209E-FD42-B3DB-D62E0F2F142E}" srcOrd="1" destOrd="0" presId="urn:microsoft.com/office/officeart/2005/8/layout/hierarchy3"/>
    <dgm:cxn modelId="{B1922302-416C-EB4F-8D16-675472DF66AC}" srcId="{B665904F-C8DE-F547-BFD3-85AC5FB4F35E}" destId="{5E05F6C5-C84C-5143-9E85-799999B6739A}" srcOrd="1" destOrd="0" parTransId="{2C183486-FF59-CB49-A541-57E69DB8DB70}" sibTransId="{B4047CD1-A746-5948-AE1C-9C9FD9DB769F}"/>
    <dgm:cxn modelId="{0A9C4E0A-18ED-9A43-83EB-28FC1D26DC60}" type="presOf" srcId="{AA52F911-13B3-EE4D-ACC0-9D4465839A06}" destId="{8EAA1E98-9094-CF4F-A558-6967CE5540E2}" srcOrd="0" destOrd="0" presId="urn:microsoft.com/office/officeart/2005/8/layout/hierarchy3"/>
    <dgm:cxn modelId="{107BF32B-9913-5449-AE48-B81341756105}" type="presOf" srcId="{B6E01CAF-6ECC-BF4B-A977-7C2C081F2F0C}" destId="{A05B6D5F-5EA8-8644-8425-3CF4F7D80CD6}" srcOrd="0" destOrd="0" presId="urn:microsoft.com/office/officeart/2005/8/layout/hierarchy3"/>
    <dgm:cxn modelId="{FB262A59-A356-E44C-9174-FD3A45B4BAA5}" type="presOf" srcId="{2C183486-FF59-CB49-A541-57E69DB8DB70}" destId="{6A9E25AF-9774-2746-8E0C-9F203857C8C9}" srcOrd="0" destOrd="0" presId="urn:microsoft.com/office/officeart/2005/8/layout/hierarchy3"/>
    <dgm:cxn modelId="{8E2C1E70-9335-314A-A2AB-17E643ECF863}" type="presOf" srcId="{8E175B76-CB87-C443-96F1-957F25A3E34F}" destId="{8D000FFB-B726-3847-8F62-341C8FD8EA32}" srcOrd="1" destOrd="0" presId="urn:microsoft.com/office/officeart/2005/8/layout/hierarchy3"/>
    <dgm:cxn modelId="{2D082971-9A85-CD4F-A9D6-A017344EAA31}" type="presOf" srcId="{060A2002-BCCC-F64A-A1C7-18F40B971F03}" destId="{06562CD6-59AB-934B-B217-54CF6CE235A7}" srcOrd="0" destOrd="0" presId="urn:microsoft.com/office/officeart/2005/8/layout/hierarchy3"/>
    <dgm:cxn modelId="{70BBE873-3708-4846-A3A1-76BC601B386B}" type="presOf" srcId="{B665904F-C8DE-F547-BFD3-85AC5FB4F35E}" destId="{C343A610-CDEB-F049-8571-97956B4894A5}" srcOrd="0" destOrd="0" presId="urn:microsoft.com/office/officeart/2005/8/layout/hierarchy3"/>
    <dgm:cxn modelId="{020EC17B-7065-C84A-8F9E-02B199FD4DF2}" srcId="{C7A301D9-5639-C84E-ABA2-45BA65C6975C}" destId="{B665904F-C8DE-F547-BFD3-85AC5FB4F35E}" srcOrd="1" destOrd="0" parTransId="{DA80294B-50DA-9F4F-A251-61150ABDA0BE}" sibTransId="{64D8AFBC-59E2-4F4F-9DFF-ECC9829EC0FF}"/>
    <dgm:cxn modelId="{191BEB89-2BCA-B04E-BCA2-3FB8571149FF}" type="presOf" srcId="{0E68BF93-56FD-E648-A61B-475D250D55E3}" destId="{1AD98850-4439-5E45-92FB-E963467EE331}" srcOrd="0" destOrd="0" presId="urn:microsoft.com/office/officeart/2005/8/layout/hierarchy3"/>
    <dgm:cxn modelId="{44CB31B4-228C-D645-9CD1-7D885FB85E45}" type="presOf" srcId="{8E175B76-CB87-C443-96F1-957F25A3E34F}" destId="{8ED4E72B-C468-2145-8CAB-5445FA2C071F}" srcOrd="0" destOrd="0" presId="urn:microsoft.com/office/officeart/2005/8/layout/hierarchy3"/>
    <dgm:cxn modelId="{570D49BB-C3CB-DC47-8BD3-021B74B90B50}" type="presOf" srcId="{35936D02-D6B8-2C41-8D5B-70315B2330A3}" destId="{0A9613D5-2D0D-CA4E-BCDA-51320DDAB7C1}" srcOrd="0" destOrd="0" presId="urn:microsoft.com/office/officeart/2005/8/layout/hierarchy3"/>
    <dgm:cxn modelId="{EE148FBF-6FF1-7844-839C-CE5D9A24450C}" type="presOf" srcId="{5E05F6C5-C84C-5143-9E85-799999B6739A}" destId="{F6E3D7D7-8D46-C849-8EFC-7330B22E68B5}" srcOrd="0" destOrd="0" presId="urn:microsoft.com/office/officeart/2005/8/layout/hierarchy3"/>
    <dgm:cxn modelId="{75364DC4-7814-4E4E-8EEF-4C20EC184159}" srcId="{8E175B76-CB87-C443-96F1-957F25A3E34F}" destId="{AE57A65A-4721-D947-B0A1-4667071CA620}" srcOrd="1" destOrd="0" parTransId="{060A2002-BCCC-F64A-A1C7-18F40B971F03}" sibTransId="{A4E63FD1-7069-6347-87E4-61E311C2DAAA}"/>
    <dgm:cxn modelId="{924C40CC-6F41-B841-AD70-A4312D3896D9}" type="presOf" srcId="{2F16CA56-E1F7-734D-A6D2-BF1F64529080}" destId="{AB2B9D18-8175-A54C-957C-8D5E8594CB48}" srcOrd="0" destOrd="0" presId="urn:microsoft.com/office/officeart/2005/8/layout/hierarchy3"/>
    <dgm:cxn modelId="{86285DD2-9C75-1F4D-8966-790C7F8E63DD}" srcId="{8E175B76-CB87-C443-96F1-957F25A3E34F}" destId="{0E68BF93-56FD-E648-A61B-475D250D55E3}" srcOrd="2" destOrd="0" parTransId="{1BEF9E6F-F928-BC49-8A80-CE4E1960DBDA}" sibTransId="{E0DCE5FE-D4AD-0643-961E-6BC26BB32939}"/>
    <dgm:cxn modelId="{31066ED3-1730-4D4C-9083-E0E2F854FB24}" type="presOf" srcId="{C7A301D9-5639-C84E-ABA2-45BA65C6975C}" destId="{EC23440E-4444-174D-AFAF-D19CC1CF18DC}" srcOrd="0" destOrd="0" presId="urn:microsoft.com/office/officeart/2005/8/layout/hierarchy3"/>
    <dgm:cxn modelId="{63F4BAD7-3A09-1D42-9EB1-C9DC92928D28}" type="presOf" srcId="{AE57A65A-4721-D947-B0A1-4667071CA620}" destId="{E656DA1B-67FD-7140-8251-E4E97B30CEC5}" srcOrd="0" destOrd="0" presId="urn:microsoft.com/office/officeart/2005/8/layout/hierarchy3"/>
    <dgm:cxn modelId="{840FC7EF-8C7F-6446-8C78-3837FDF3E6AE}" srcId="{8E175B76-CB87-C443-96F1-957F25A3E34F}" destId="{35936D02-D6B8-2C41-8D5B-70315B2330A3}" srcOrd="0" destOrd="0" parTransId="{B6E01CAF-6ECC-BF4B-A977-7C2C081F2F0C}" sibTransId="{E0B1B747-897C-5548-873D-A4E081BD3535}"/>
    <dgm:cxn modelId="{D72D83FC-8BE6-934A-8453-520154FDFD80}" srcId="{B665904F-C8DE-F547-BFD3-85AC5FB4F35E}" destId="{2F16CA56-E1F7-734D-A6D2-BF1F64529080}" srcOrd="0" destOrd="0" parTransId="{AA52F911-13B3-EE4D-ACC0-9D4465839A06}" sibTransId="{B1CE434C-929A-8C4D-9E75-F42F73157C27}"/>
    <dgm:cxn modelId="{922349FE-DEE4-F74D-9301-4A87CE21DAF8}" srcId="{C7A301D9-5639-C84E-ABA2-45BA65C6975C}" destId="{8E175B76-CB87-C443-96F1-957F25A3E34F}" srcOrd="0" destOrd="0" parTransId="{1E1C3D67-5DA7-B14E-B1E4-3CC4D49F23EE}" sibTransId="{CC41A5A9-4AC9-EE4D-ACBE-34D817D05623}"/>
    <dgm:cxn modelId="{D9776DFF-704E-CC43-9A91-8AE9F012ACA3}" type="presOf" srcId="{1BEF9E6F-F928-BC49-8A80-CE4E1960DBDA}" destId="{E2CFE38B-EA54-114C-A103-AA205F4F5399}" srcOrd="0" destOrd="0" presId="urn:microsoft.com/office/officeart/2005/8/layout/hierarchy3"/>
    <dgm:cxn modelId="{2CB76700-2DB3-F84D-A9D9-D27392F93F14}" type="presParOf" srcId="{EC23440E-4444-174D-AFAF-D19CC1CF18DC}" destId="{40A7EAA5-ADED-984C-BF4C-4AB1F788B7BB}" srcOrd="0" destOrd="0" presId="urn:microsoft.com/office/officeart/2005/8/layout/hierarchy3"/>
    <dgm:cxn modelId="{E049DBA8-5FBC-C546-BB9C-2B14E8AAE415}" type="presParOf" srcId="{40A7EAA5-ADED-984C-BF4C-4AB1F788B7BB}" destId="{08F0BF43-9C33-A84D-B271-C327F59AD6E9}" srcOrd="0" destOrd="0" presId="urn:microsoft.com/office/officeart/2005/8/layout/hierarchy3"/>
    <dgm:cxn modelId="{64B5CB5D-0C6B-F24A-907A-6694B75E95C9}" type="presParOf" srcId="{08F0BF43-9C33-A84D-B271-C327F59AD6E9}" destId="{8ED4E72B-C468-2145-8CAB-5445FA2C071F}" srcOrd="0" destOrd="0" presId="urn:microsoft.com/office/officeart/2005/8/layout/hierarchy3"/>
    <dgm:cxn modelId="{0979A04E-C681-B741-9642-FF12D49F9C65}" type="presParOf" srcId="{08F0BF43-9C33-A84D-B271-C327F59AD6E9}" destId="{8D000FFB-B726-3847-8F62-341C8FD8EA32}" srcOrd="1" destOrd="0" presId="urn:microsoft.com/office/officeart/2005/8/layout/hierarchy3"/>
    <dgm:cxn modelId="{5011DECD-0B83-3843-BF2C-CAAEECAF5737}" type="presParOf" srcId="{40A7EAA5-ADED-984C-BF4C-4AB1F788B7BB}" destId="{F5C26AB4-1455-D747-8D4B-6DDCDC175E88}" srcOrd="1" destOrd="0" presId="urn:microsoft.com/office/officeart/2005/8/layout/hierarchy3"/>
    <dgm:cxn modelId="{B5E768C1-4F17-4448-923E-6F88A5FEAE04}" type="presParOf" srcId="{F5C26AB4-1455-D747-8D4B-6DDCDC175E88}" destId="{A05B6D5F-5EA8-8644-8425-3CF4F7D80CD6}" srcOrd="0" destOrd="0" presId="urn:microsoft.com/office/officeart/2005/8/layout/hierarchy3"/>
    <dgm:cxn modelId="{5D42E9BE-E23B-9D46-B3A6-70E5450D1DE7}" type="presParOf" srcId="{F5C26AB4-1455-D747-8D4B-6DDCDC175E88}" destId="{0A9613D5-2D0D-CA4E-BCDA-51320DDAB7C1}" srcOrd="1" destOrd="0" presId="urn:microsoft.com/office/officeart/2005/8/layout/hierarchy3"/>
    <dgm:cxn modelId="{CDADBBAA-D9DA-8A4E-B625-73DC7927C566}" type="presParOf" srcId="{F5C26AB4-1455-D747-8D4B-6DDCDC175E88}" destId="{06562CD6-59AB-934B-B217-54CF6CE235A7}" srcOrd="2" destOrd="0" presId="urn:microsoft.com/office/officeart/2005/8/layout/hierarchy3"/>
    <dgm:cxn modelId="{FECBFB71-86E1-DB4A-84F1-0248FF08E5D9}" type="presParOf" srcId="{F5C26AB4-1455-D747-8D4B-6DDCDC175E88}" destId="{E656DA1B-67FD-7140-8251-E4E97B30CEC5}" srcOrd="3" destOrd="0" presId="urn:microsoft.com/office/officeart/2005/8/layout/hierarchy3"/>
    <dgm:cxn modelId="{33397BCA-9B3C-2643-8C6C-448CD8BB0F89}" type="presParOf" srcId="{F5C26AB4-1455-D747-8D4B-6DDCDC175E88}" destId="{E2CFE38B-EA54-114C-A103-AA205F4F5399}" srcOrd="4" destOrd="0" presId="urn:microsoft.com/office/officeart/2005/8/layout/hierarchy3"/>
    <dgm:cxn modelId="{F6ED21F2-627D-C240-A09F-227A35A237BD}" type="presParOf" srcId="{F5C26AB4-1455-D747-8D4B-6DDCDC175E88}" destId="{1AD98850-4439-5E45-92FB-E963467EE331}" srcOrd="5" destOrd="0" presId="urn:microsoft.com/office/officeart/2005/8/layout/hierarchy3"/>
    <dgm:cxn modelId="{DABD2E67-1866-784C-AD02-C1FE2BCA643B}" type="presParOf" srcId="{EC23440E-4444-174D-AFAF-D19CC1CF18DC}" destId="{87AF1576-6A1D-AA42-88BF-766A4568D713}" srcOrd="1" destOrd="0" presId="urn:microsoft.com/office/officeart/2005/8/layout/hierarchy3"/>
    <dgm:cxn modelId="{4F04EFF8-C89B-8543-BC2B-E8C01E63B2B2}" type="presParOf" srcId="{87AF1576-6A1D-AA42-88BF-766A4568D713}" destId="{32A084C7-8953-3F4D-86D8-813364A33425}" srcOrd="0" destOrd="0" presId="urn:microsoft.com/office/officeart/2005/8/layout/hierarchy3"/>
    <dgm:cxn modelId="{779214C5-B774-394E-9A95-FFEC616E81D4}" type="presParOf" srcId="{32A084C7-8953-3F4D-86D8-813364A33425}" destId="{C343A610-CDEB-F049-8571-97956B4894A5}" srcOrd="0" destOrd="0" presId="urn:microsoft.com/office/officeart/2005/8/layout/hierarchy3"/>
    <dgm:cxn modelId="{59C65C55-F246-124E-89D5-3884A8C7026A}" type="presParOf" srcId="{32A084C7-8953-3F4D-86D8-813364A33425}" destId="{19B19EFD-209E-FD42-B3DB-D62E0F2F142E}" srcOrd="1" destOrd="0" presId="urn:microsoft.com/office/officeart/2005/8/layout/hierarchy3"/>
    <dgm:cxn modelId="{BFB4E6C4-FF10-364C-ABC8-BC76FC29B274}" type="presParOf" srcId="{87AF1576-6A1D-AA42-88BF-766A4568D713}" destId="{027195FB-CDB0-E441-8539-7A0AE363AE5C}" srcOrd="1" destOrd="0" presId="urn:microsoft.com/office/officeart/2005/8/layout/hierarchy3"/>
    <dgm:cxn modelId="{7F2499C0-BC57-8F43-88AF-86CC2F19421D}" type="presParOf" srcId="{027195FB-CDB0-E441-8539-7A0AE363AE5C}" destId="{8EAA1E98-9094-CF4F-A558-6967CE5540E2}" srcOrd="0" destOrd="0" presId="urn:microsoft.com/office/officeart/2005/8/layout/hierarchy3"/>
    <dgm:cxn modelId="{98C74DFF-7496-3145-A852-CBEB98A65698}" type="presParOf" srcId="{027195FB-CDB0-E441-8539-7A0AE363AE5C}" destId="{AB2B9D18-8175-A54C-957C-8D5E8594CB48}" srcOrd="1" destOrd="0" presId="urn:microsoft.com/office/officeart/2005/8/layout/hierarchy3"/>
    <dgm:cxn modelId="{AA46C2B0-BDC3-0345-96E1-7735BEC0FCD7}" type="presParOf" srcId="{027195FB-CDB0-E441-8539-7A0AE363AE5C}" destId="{6A9E25AF-9774-2746-8E0C-9F203857C8C9}" srcOrd="2" destOrd="0" presId="urn:microsoft.com/office/officeart/2005/8/layout/hierarchy3"/>
    <dgm:cxn modelId="{79D3B1E1-CE18-4246-9794-92429E11AE77}" type="presParOf" srcId="{027195FB-CDB0-E441-8539-7A0AE363AE5C}" destId="{F6E3D7D7-8D46-C849-8EFC-7330B22E68B5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27DA15-A049-5746-8BDB-271624E8ED79}" type="doc">
      <dgm:prSet loTypeId="urn:microsoft.com/office/officeart/2005/8/layout/hList1" loCatId="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fr-FR"/>
        </a:p>
      </dgm:t>
    </dgm:pt>
    <dgm:pt modelId="{3A2C46A9-C3ED-0E44-8D15-71C801E8300F}">
      <dgm:prSet phldrT="[Texte]"/>
      <dgm:spPr/>
      <dgm:t>
        <a:bodyPr/>
        <a:lstStyle/>
        <a:p>
          <a:r>
            <a:rPr lang="fr-FR" dirty="0"/>
            <a:t>Fournisseur-magasin</a:t>
          </a:r>
        </a:p>
      </dgm:t>
    </dgm:pt>
    <dgm:pt modelId="{E40D3426-6E1B-E344-B521-C2BA9089DEA3}" type="parTrans" cxnId="{81A2F73C-23F9-8F45-B14A-065AE9714D3D}">
      <dgm:prSet/>
      <dgm:spPr/>
      <dgm:t>
        <a:bodyPr/>
        <a:lstStyle/>
        <a:p>
          <a:endParaRPr lang="fr-FR"/>
        </a:p>
      </dgm:t>
    </dgm:pt>
    <dgm:pt modelId="{C6AA378A-1381-584A-B942-DBEDBF8C6166}" type="sibTrans" cxnId="{81A2F73C-23F9-8F45-B14A-065AE9714D3D}">
      <dgm:prSet/>
      <dgm:spPr/>
      <dgm:t>
        <a:bodyPr/>
        <a:lstStyle/>
        <a:p>
          <a:endParaRPr lang="fr-FR"/>
        </a:p>
      </dgm:t>
    </dgm:pt>
    <dgm:pt modelId="{164CC48B-DA2E-CB44-81FB-B399499122E9}">
      <dgm:prSet phldrT="[Texte]"/>
      <dgm:spPr/>
      <dgm:t>
        <a:bodyPr/>
        <a:lstStyle/>
        <a:p>
          <a:r>
            <a:rPr lang="fr-FR" dirty="0"/>
            <a:t>PL – PALEX</a:t>
          </a:r>
        </a:p>
      </dgm:t>
    </dgm:pt>
    <dgm:pt modelId="{F7463D4C-7991-6144-B99B-07D2D4796177}" type="parTrans" cxnId="{4E3E5A14-3C2B-D440-961E-6EC5AA9A24CB}">
      <dgm:prSet/>
      <dgm:spPr/>
      <dgm:t>
        <a:bodyPr/>
        <a:lstStyle/>
        <a:p>
          <a:endParaRPr lang="fr-FR"/>
        </a:p>
      </dgm:t>
    </dgm:pt>
    <dgm:pt modelId="{91648F78-8C13-8045-A652-C063150EA4C0}" type="sibTrans" cxnId="{4E3E5A14-3C2B-D440-961E-6EC5AA9A24CB}">
      <dgm:prSet/>
      <dgm:spPr/>
      <dgm:t>
        <a:bodyPr/>
        <a:lstStyle/>
        <a:p>
          <a:endParaRPr lang="fr-FR"/>
        </a:p>
      </dgm:t>
    </dgm:pt>
    <dgm:pt modelId="{A1B15BAB-4409-A74F-B557-C32246AB6A6B}">
      <dgm:prSet phldrT="[Texte]"/>
      <dgm:spPr/>
      <dgm:t>
        <a:bodyPr/>
        <a:lstStyle/>
        <a:p>
          <a:r>
            <a:rPr lang="fr-FR" dirty="0"/>
            <a:t>Stock projeté</a:t>
          </a:r>
        </a:p>
      </dgm:t>
    </dgm:pt>
    <dgm:pt modelId="{2CA672C4-C965-0C45-AD4E-BB48B1D9C4EB}" type="parTrans" cxnId="{74851E2E-E682-5F42-8A34-CFC79ADDECE1}">
      <dgm:prSet/>
      <dgm:spPr/>
      <dgm:t>
        <a:bodyPr/>
        <a:lstStyle/>
        <a:p>
          <a:endParaRPr lang="fr-FR"/>
        </a:p>
      </dgm:t>
    </dgm:pt>
    <dgm:pt modelId="{059B6835-377F-484A-AB73-2848BD6F6D6F}" type="sibTrans" cxnId="{74851E2E-E682-5F42-8A34-CFC79ADDECE1}">
      <dgm:prSet/>
      <dgm:spPr/>
      <dgm:t>
        <a:bodyPr/>
        <a:lstStyle/>
        <a:p>
          <a:endParaRPr lang="fr-FR"/>
        </a:p>
      </dgm:t>
    </dgm:pt>
    <dgm:pt modelId="{9A183A1A-A8AA-784E-A458-B6BFCDB7D706}">
      <dgm:prSet phldrT="[Texte]"/>
      <dgm:spPr/>
      <dgm:t>
        <a:bodyPr/>
        <a:lstStyle/>
        <a:p>
          <a:r>
            <a:rPr lang="fr-FR" dirty="0"/>
            <a:t>23393</a:t>
          </a:r>
        </a:p>
      </dgm:t>
    </dgm:pt>
    <dgm:pt modelId="{187299B5-99E3-B145-85CA-30DF6C22F2D0}" type="parTrans" cxnId="{41278578-C007-A240-B0C1-F024569ECAE0}">
      <dgm:prSet/>
      <dgm:spPr/>
      <dgm:t>
        <a:bodyPr/>
        <a:lstStyle/>
        <a:p>
          <a:endParaRPr lang="fr-FR"/>
        </a:p>
      </dgm:t>
    </dgm:pt>
    <dgm:pt modelId="{DE49E03B-745A-E64A-A999-BC5ADCAA5BFF}" type="sibTrans" cxnId="{41278578-C007-A240-B0C1-F024569ECAE0}">
      <dgm:prSet/>
      <dgm:spPr/>
      <dgm:t>
        <a:bodyPr/>
        <a:lstStyle/>
        <a:p>
          <a:endParaRPr lang="fr-FR"/>
        </a:p>
      </dgm:t>
    </dgm:pt>
    <dgm:pt modelId="{1D0DCD6C-C9B3-B242-9DEB-EB900BC65216}">
      <dgm:prSet phldrT="[Texte]"/>
      <dgm:spPr/>
      <dgm:t>
        <a:bodyPr/>
        <a:lstStyle/>
        <a:p>
          <a:r>
            <a:rPr lang="fr-FR" dirty="0"/>
            <a:t>141626</a:t>
          </a:r>
        </a:p>
      </dgm:t>
    </dgm:pt>
    <dgm:pt modelId="{4777A4DA-1A6F-7749-AB34-D31EDAB04400}" type="parTrans" cxnId="{CF1AAB1E-377A-4B40-B903-99F2B571E15F}">
      <dgm:prSet/>
      <dgm:spPr/>
      <dgm:t>
        <a:bodyPr/>
        <a:lstStyle/>
        <a:p>
          <a:endParaRPr lang="fr-FR"/>
        </a:p>
      </dgm:t>
    </dgm:pt>
    <dgm:pt modelId="{FA0C1C3D-4423-704D-BD51-8A5A9B0CB4F6}" type="sibTrans" cxnId="{CF1AAB1E-377A-4B40-B903-99F2B571E15F}">
      <dgm:prSet/>
      <dgm:spPr/>
      <dgm:t>
        <a:bodyPr/>
        <a:lstStyle/>
        <a:p>
          <a:endParaRPr lang="fr-FR"/>
        </a:p>
      </dgm:t>
    </dgm:pt>
    <dgm:pt modelId="{FE407B48-F204-4C49-8393-49D59FCF8353}">
      <dgm:prSet phldrT="[Texte]"/>
      <dgm:spPr/>
      <dgm:t>
        <a:bodyPr/>
        <a:lstStyle/>
        <a:p>
          <a:r>
            <a:rPr lang="fr-FR" dirty="0"/>
            <a:t>Clé</a:t>
          </a:r>
        </a:p>
      </dgm:t>
    </dgm:pt>
    <dgm:pt modelId="{DA223284-AA97-314F-8382-0832E6C38D94}" type="parTrans" cxnId="{C335B6DE-7840-A545-99E2-4F3ADD7E5B53}">
      <dgm:prSet/>
      <dgm:spPr/>
      <dgm:t>
        <a:bodyPr/>
        <a:lstStyle/>
        <a:p>
          <a:endParaRPr lang="fr-FR"/>
        </a:p>
      </dgm:t>
    </dgm:pt>
    <dgm:pt modelId="{45FAF972-0F7E-AD4B-A85C-7FA8F520A082}" type="sibTrans" cxnId="{C335B6DE-7840-A545-99E2-4F3ADD7E5B53}">
      <dgm:prSet/>
      <dgm:spPr/>
      <dgm:t>
        <a:bodyPr/>
        <a:lstStyle/>
        <a:p>
          <a:endParaRPr lang="fr-FR"/>
        </a:p>
      </dgm:t>
    </dgm:pt>
    <dgm:pt modelId="{C934A03F-308B-B94C-BE6F-3F8F4DD92661}">
      <dgm:prSet phldrT="[Texte]"/>
      <dgm:spPr/>
      <dgm:t>
        <a:bodyPr/>
        <a:lstStyle/>
        <a:p>
          <a:r>
            <a:rPr lang="fr-FR" dirty="0"/>
            <a:t>Disposition</a:t>
          </a:r>
        </a:p>
      </dgm:t>
    </dgm:pt>
    <dgm:pt modelId="{655B46F8-3093-294E-BF7E-435BFDE22D8C}" type="parTrans" cxnId="{60B2EE9F-84AD-B54C-AEB8-A55ED6CC746B}">
      <dgm:prSet/>
      <dgm:spPr/>
      <dgm:t>
        <a:bodyPr/>
        <a:lstStyle/>
        <a:p>
          <a:endParaRPr lang="fr-FR"/>
        </a:p>
      </dgm:t>
    </dgm:pt>
    <dgm:pt modelId="{B8815F49-415E-C345-9E81-1A1C9AA06CF5}" type="sibTrans" cxnId="{60B2EE9F-84AD-B54C-AEB8-A55ED6CC746B}">
      <dgm:prSet/>
      <dgm:spPr/>
      <dgm:t>
        <a:bodyPr/>
        <a:lstStyle/>
        <a:p>
          <a:endParaRPr lang="fr-FR"/>
        </a:p>
      </dgm:t>
    </dgm:pt>
    <dgm:pt modelId="{24E8593F-2353-C04F-904B-9564F6CA4C43}">
      <dgm:prSet phldrT="[Texte]"/>
      <dgm:spPr/>
      <dgm:t>
        <a:bodyPr/>
        <a:lstStyle/>
        <a:p>
          <a:r>
            <a:rPr lang="fr-FR" dirty="0"/>
            <a:t>C - NAV</a:t>
          </a:r>
        </a:p>
      </dgm:t>
    </dgm:pt>
    <dgm:pt modelId="{46B9B4EC-F5C6-1841-8F6D-08D974E3AAE6}" type="parTrans" cxnId="{AFA2C9C0-6C37-5846-9FFA-0FF24536CF7D}">
      <dgm:prSet/>
      <dgm:spPr/>
      <dgm:t>
        <a:bodyPr/>
        <a:lstStyle/>
        <a:p>
          <a:endParaRPr lang="fr-FR"/>
        </a:p>
      </dgm:t>
    </dgm:pt>
    <dgm:pt modelId="{C34ED844-DD95-F34B-AD25-95B9CFE196CB}" type="sibTrans" cxnId="{AFA2C9C0-6C37-5846-9FFA-0FF24536CF7D}">
      <dgm:prSet/>
      <dgm:spPr/>
      <dgm:t>
        <a:bodyPr/>
        <a:lstStyle/>
        <a:p>
          <a:endParaRPr lang="fr-FR"/>
        </a:p>
      </dgm:t>
    </dgm:pt>
    <dgm:pt modelId="{D901A2F2-1010-4746-ADD8-D3CE223AB521}">
      <dgm:prSet/>
      <dgm:spPr/>
      <dgm:t>
        <a:bodyPr/>
        <a:lstStyle/>
        <a:p>
          <a:r>
            <a:rPr lang="fr-FR" dirty="0"/>
            <a:t>Aucun besoin</a:t>
          </a:r>
        </a:p>
      </dgm:t>
    </dgm:pt>
    <dgm:pt modelId="{7FEF26E7-B9D0-4B48-B6E9-4842ACCEDEEF}" type="parTrans" cxnId="{6389E3B9-720C-0548-97C8-8D61E97A5BF0}">
      <dgm:prSet/>
      <dgm:spPr/>
      <dgm:t>
        <a:bodyPr/>
        <a:lstStyle/>
        <a:p>
          <a:endParaRPr lang="fr-FR"/>
        </a:p>
      </dgm:t>
    </dgm:pt>
    <dgm:pt modelId="{57D8BD94-56A5-9746-A6E3-AD514E0DA912}" type="sibTrans" cxnId="{6389E3B9-720C-0548-97C8-8D61E97A5BF0}">
      <dgm:prSet/>
      <dgm:spPr/>
      <dgm:t>
        <a:bodyPr/>
        <a:lstStyle/>
        <a:p>
          <a:endParaRPr lang="fr-FR"/>
        </a:p>
      </dgm:t>
    </dgm:pt>
    <dgm:pt modelId="{EE6BBE3E-7456-D44A-82EF-D582B2151927}">
      <dgm:prSet phldrT="[Texte]"/>
      <dgm:spPr/>
      <dgm:t>
        <a:bodyPr/>
        <a:lstStyle/>
        <a:p>
          <a:r>
            <a:rPr lang="fr-FR" dirty="0"/>
            <a:t>189933</a:t>
          </a:r>
        </a:p>
      </dgm:t>
    </dgm:pt>
    <dgm:pt modelId="{ECA1C513-F0EB-9B44-B28C-4D0534DDB9A3}" type="parTrans" cxnId="{76444C21-7359-504E-802F-EAE7CCE65F2E}">
      <dgm:prSet/>
      <dgm:spPr/>
      <dgm:t>
        <a:bodyPr/>
        <a:lstStyle/>
        <a:p>
          <a:endParaRPr lang="fr-FR"/>
        </a:p>
      </dgm:t>
    </dgm:pt>
    <dgm:pt modelId="{8FB654A4-5341-2F40-A60C-9CB032AACA65}" type="sibTrans" cxnId="{76444C21-7359-504E-802F-EAE7CCE65F2E}">
      <dgm:prSet/>
      <dgm:spPr/>
      <dgm:t>
        <a:bodyPr/>
        <a:lstStyle/>
        <a:p>
          <a:endParaRPr lang="fr-FR"/>
        </a:p>
      </dgm:t>
    </dgm:pt>
    <dgm:pt modelId="{C926C593-E3EC-F648-8112-E67775617005}">
      <dgm:prSet phldrT="[Texte]"/>
      <dgm:spPr/>
      <dgm:t>
        <a:bodyPr/>
        <a:lstStyle/>
        <a:p>
          <a:r>
            <a:rPr lang="fr-FR" dirty="0"/>
            <a:t>202577</a:t>
          </a:r>
        </a:p>
      </dgm:t>
    </dgm:pt>
    <dgm:pt modelId="{6001F336-0734-AC4D-801B-58651C428B5A}" type="parTrans" cxnId="{B1074324-3D64-5749-A452-2A81C7D6C643}">
      <dgm:prSet/>
      <dgm:spPr/>
      <dgm:t>
        <a:bodyPr/>
        <a:lstStyle/>
        <a:p>
          <a:endParaRPr lang="fr-FR"/>
        </a:p>
      </dgm:t>
    </dgm:pt>
    <dgm:pt modelId="{94574CF9-74BA-1F40-A1D3-3377B58ACB32}" type="sibTrans" cxnId="{B1074324-3D64-5749-A452-2A81C7D6C643}">
      <dgm:prSet/>
      <dgm:spPr/>
      <dgm:t>
        <a:bodyPr/>
        <a:lstStyle/>
        <a:p>
          <a:endParaRPr lang="fr-FR"/>
        </a:p>
      </dgm:t>
    </dgm:pt>
    <dgm:pt modelId="{A52E3C4B-71C3-1147-88E9-328D44801B64}">
      <dgm:prSet phldrT="[Texte]"/>
      <dgm:spPr/>
      <dgm:t>
        <a:bodyPr/>
        <a:lstStyle/>
        <a:p>
          <a:r>
            <a:rPr lang="fr-FR" dirty="0"/>
            <a:t>571521</a:t>
          </a:r>
        </a:p>
      </dgm:t>
    </dgm:pt>
    <dgm:pt modelId="{321E842E-8176-494B-B68E-D23B8ABE443B}" type="parTrans" cxnId="{F6A42998-0496-224B-9A8C-E970222ABAE0}">
      <dgm:prSet/>
      <dgm:spPr/>
      <dgm:t>
        <a:bodyPr/>
        <a:lstStyle/>
        <a:p>
          <a:endParaRPr lang="fr-FR"/>
        </a:p>
      </dgm:t>
    </dgm:pt>
    <dgm:pt modelId="{9F1AA521-7060-DC44-8F04-4B0A4025B734}" type="sibTrans" cxnId="{F6A42998-0496-224B-9A8C-E970222ABAE0}">
      <dgm:prSet/>
      <dgm:spPr/>
      <dgm:t>
        <a:bodyPr/>
        <a:lstStyle/>
        <a:p>
          <a:endParaRPr lang="fr-FR"/>
        </a:p>
      </dgm:t>
    </dgm:pt>
    <dgm:pt modelId="{2482496C-A123-A948-B0EF-AC89FF38D755}" type="pres">
      <dgm:prSet presAssocID="{6A27DA15-A049-5746-8BDB-271624E8ED79}" presName="Name0" presStyleCnt="0">
        <dgm:presLayoutVars>
          <dgm:dir/>
          <dgm:animLvl val="lvl"/>
          <dgm:resizeHandles val="exact"/>
        </dgm:presLayoutVars>
      </dgm:prSet>
      <dgm:spPr/>
    </dgm:pt>
    <dgm:pt modelId="{C8B5C7AD-7137-A04F-87C0-5861F67B226E}" type="pres">
      <dgm:prSet presAssocID="{3A2C46A9-C3ED-0E44-8D15-71C801E8300F}" presName="composite" presStyleCnt="0"/>
      <dgm:spPr/>
    </dgm:pt>
    <dgm:pt modelId="{4EC984BA-062C-1341-84F7-1F7A876860E7}" type="pres">
      <dgm:prSet presAssocID="{3A2C46A9-C3ED-0E44-8D15-71C801E8300F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9364AAC0-6456-E241-9B6E-2D1E93779770}" type="pres">
      <dgm:prSet presAssocID="{3A2C46A9-C3ED-0E44-8D15-71C801E8300F}" presName="desTx" presStyleLbl="alignAccFollowNode1" presStyleIdx="0" presStyleCnt="4">
        <dgm:presLayoutVars>
          <dgm:bulletEnabled val="1"/>
        </dgm:presLayoutVars>
      </dgm:prSet>
      <dgm:spPr/>
    </dgm:pt>
    <dgm:pt modelId="{37166FE0-1287-704C-9B67-385C2C4FB01A}" type="pres">
      <dgm:prSet presAssocID="{C6AA378A-1381-584A-B942-DBEDBF8C6166}" presName="space" presStyleCnt="0"/>
      <dgm:spPr/>
    </dgm:pt>
    <dgm:pt modelId="{8A1E6A05-9B7D-5949-B76C-8ED32FA5880D}" type="pres">
      <dgm:prSet presAssocID="{A1B15BAB-4409-A74F-B557-C32246AB6A6B}" presName="composite" presStyleCnt="0"/>
      <dgm:spPr/>
    </dgm:pt>
    <dgm:pt modelId="{4320210B-375A-EC47-B17D-4C458DA9A9DC}" type="pres">
      <dgm:prSet presAssocID="{A1B15BAB-4409-A74F-B557-C32246AB6A6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A2F13DA-11F0-3640-A166-B6843E866FBA}" type="pres">
      <dgm:prSet presAssocID="{A1B15BAB-4409-A74F-B557-C32246AB6A6B}" presName="desTx" presStyleLbl="alignAccFollowNode1" presStyleIdx="1" presStyleCnt="4">
        <dgm:presLayoutVars>
          <dgm:bulletEnabled val="1"/>
        </dgm:presLayoutVars>
      </dgm:prSet>
      <dgm:spPr/>
    </dgm:pt>
    <dgm:pt modelId="{A3392497-33DA-0F46-88B4-6BAA0197769C}" type="pres">
      <dgm:prSet presAssocID="{059B6835-377F-484A-AB73-2848BD6F6D6F}" presName="space" presStyleCnt="0"/>
      <dgm:spPr/>
    </dgm:pt>
    <dgm:pt modelId="{A257E198-C601-564E-A9EC-BCC908DFA774}" type="pres">
      <dgm:prSet presAssocID="{D901A2F2-1010-4746-ADD8-D3CE223AB521}" presName="composite" presStyleCnt="0"/>
      <dgm:spPr/>
    </dgm:pt>
    <dgm:pt modelId="{1D5B0A26-0271-CD48-9367-8A0919A63210}" type="pres">
      <dgm:prSet presAssocID="{D901A2F2-1010-4746-ADD8-D3CE223AB52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B14A58D9-6C85-0546-87EC-84FDE64831B1}" type="pres">
      <dgm:prSet presAssocID="{D901A2F2-1010-4746-ADD8-D3CE223AB521}" presName="desTx" presStyleLbl="alignAccFollowNode1" presStyleIdx="2" presStyleCnt="4">
        <dgm:presLayoutVars>
          <dgm:bulletEnabled val="1"/>
        </dgm:presLayoutVars>
      </dgm:prSet>
      <dgm:spPr/>
    </dgm:pt>
    <dgm:pt modelId="{C037E0C2-0043-314C-9054-1F2E57962717}" type="pres">
      <dgm:prSet presAssocID="{57D8BD94-56A5-9746-A6E3-AD514E0DA912}" presName="space" presStyleCnt="0"/>
      <dgm:spPr/>
    </dgm:pt>
    <dgm:pt modelId="{1C1A0407-CF17-1547-B55B-80EA0A2006F8}" type="pres">
      <dgm:prSet presAssocID="{FE407B48-F204-4C49-8393-49D59FCF8353}" presName="composite" presStyleCnt="0"/>
      <dgm:spPr/>
    </dgm:pt>
    <dgm:pt modelId="{1396A37E-6664-2F4B-BBF7-61AA672A0A4C}" type="pres">
      <dgm:prSet presAssocID="{FE407B48-F204-4C49-8393-49D59FCF8353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8AD08023-67C4-4D4C-9991-8212DA62F74A}" type="pres">
      <dgm:prSet presAssocID="{FE407B48-F204-4C49-8393-49D59FCF8353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307AB107-A4CA-D94A-A7C3-153C98A62919}" type="presOf" srcId="{1D0DCD6C-C9B3-B242-9DEB-EB900BC65216}" destId="{1A2F13DA-11F0-3640-A166-B6843E866FBA}" srcOrd="0" destOrd="1" presId="urn:microsoft.com/office/officeart/2005/8/layout/hList1"/>
    <dgm:cxn modelId="{741A4408-DE69-D74C-85AC-22D183CE4247}" type="presOf" srcId="{24E8593F-2353-C04F-904B-9564F6CA4C43}" destId="{9364AAC0-6456-E241-9B6E-2D1E93779770}" srcOrd="0" destOrd="1" presId="urn:microsoft.com/office/officeart/2005/8/layout/hList1"/>
    <dgm:cxn modelId="{0D2B7708-A67C-C546-81DC-8B89547B0BEB}" type="presOf" srcId="{FE407B48-F204-4C49-8393-49D59FCF8353}" destId="{1396A37E-6664-2F4B-BBF7-61AA672A0A4C}" srcOrd="0" destOrd="0" presId="urn:microsoft.com/office/officeart/2005/8/layout/hList1"/>
    <dgm:cxn modelId="{6320F00C-EF5B-014C-B8B1-1315BC2CF367}" type="presOf" srcId="{A52E3C4B-71C3-1147-88E9-328D44801B64}" destId="{B14A58D9-6C85-0546-87EC-84FDE64831B1}" srcOrd="0" destOrd="2" presId="urn:microsoft.com/office/officeart/2005/8/layout/hList1"/>
    <dgm:cxn modelId="{4E3E5A14-3C2B-D440-961E-6EC5AA9A24CB}" srcId="{3A2C46A9-C3ED-0E44-8D15-71C801E8300F}" destId="{164CC48B-DA2E-CB44-81FB-B399499122E9}" srcOrd="0" destOrd="0" parTransId="{F7463D4C-7991-6144-B99B-07D2D4796177}" sibTransId="{91648F78-8C13-8045-A652-C063150EA4C0}"/>
    <dgm:cxn modelId="{CF1AAB1E-377A-4B40-B903-99F2B571E15F}" srcId="{A1B15BAB-4409-A74F-B557-C32246AB6A6B}" destId="{1D0DCD6C-C9B3-B242-9DEB-EB900BC65216}" srcOrd="1" destOrd="0" parTransId="{4777A4DA-1A6F-7749-AB34-D31EDAB04400}" sibTransId="{FA0C1C3D-4423-704D-BD51-8A5A9B0CB4F6}"/>
    <dgm:cxn modelId="{76444C21-7359-504E-802F-EAE7CCE65F2E}" srcId="{D901A2F2-1010-4746-ADD8-D3CE223AB521}" destId="{EE6BBE3E-7456-D44A-82EF-D582B2151927}" srcOrd="0" destOrd="0" parTransId="{ECA1C513-F0EB-9B44-B28C-4D0534DDB9A3}" sibTransId="{8FB654A4-5341-2F40-A60C-9CB032AACA65}"/>
    <dgm:cxn modelId="{B1074324-3D64-5749-A452-2A81C7D6C643}" srcId="{D901A2F2-1010-4746-ADD8-D3CE223AB521}" destId="{C926C593-E3EC-F648-8112-E67775617005}" srcOrd="1" destOrd="0" parTransId="{6001F336-0734-AC4D-801B-58651C428B5A}" sibTransId="{94574CF9-74BA-1F40-A1D3-3377B58ACB32}"/>
    <dgm:cxn modelId="{74851E2E-E682-5F42-8A34-CFC79ADDECE1}" srcId="{6A27DA15-A049-5746-8BDB-271624E8ED79}" destId="{A1B15BAB-4409-A74F-B557-C32246AB6A6B}" srcOrd="1" destOrd="0" parTransId="{2CA672C4-C965-0C45-AD4E-BB48B1D9C4EB}" sibTransId="{059B6835-377F-484A-AB73-2848BD6F6D6F}"/>
    <dgm:cxn modelId="{81A2F73C-23F9-8F45-B14A-065AE9714D3D}" srcId="{6A27DA15-A049-5746-8BDB-271624E8ED79}" destId="{3A2C46A9-C3ED-0E44-8D15-71C801E8300F}" srcOrd="0" destOrd="0" parTransId="{E40D3426-6E1B-E344-B521-C2BA9089DEA3}" sibTransId="{C6AA378A-1381-584A-B942-DBEDBF8C6166}"/>
    <dgm:cxn modelId="{E0B7C94A-668E-1D4C-95FF-CA55305F9887}" type="presOf" srcId="{A1B15BAB-4409-A74F-B557-C32246AB6A6B}" destId="{4320210B-375A-EC47-B17D-4C458DA9A9DC}" srcOrd="0" destOrd="0" presId="urn:microsoft.com/office/officeart/2005/8/layout/hList1"/>
    <dgm:cxn modelId="{0B3F3773-12BF-6F40-8EF4-34D7DDDE1EA5}" type="presOf" srcId="{EE6BBE3E-7456-D44A-82EF-D582B2151927}" destId="{B14A58D9-6C85-0546-87EC-84FDE64831B1}" srcOrd="0" destOrd="0" presId="urn:microsoft.com/office/officeart/2005/8/layout/hList1"/>
    <dgm:cxn modelId="{41278578-C007-A240-B0C1-F024569ECAE0}" srcId="{A1B15BAB-4409-A74F-B557-C32246AB6A6B}" destId="{9A183A1A-A8AA-784E-A458-B6BFCDB7D706}" srcOrd="0" destOrd="0" parTransId="{187299B5-99E3-B145-85CA-30DF6C22F2D0}" sibTransId="{DE49E03B-745A-E64A-A999-BC5ADCAA5BFF}"/>
    <dgm:cxn modelId="{92DFD384-FA14-B645-9727-CFEB1CEE6363}" type="presOf" srcId="{C934A03F-308B-B94C-BE6F-3F8F4DD92661}" destId="{8AD08023-67C4-4D4C-9991-8212DA62F74A}" srcOrd="0" destOrd="0" presId="urn:microsoft.com/office/officeart/2005/8/layout/hList1"/>
    <dgm:cxn modelId="{F6A42998-0496-224B-9A8C-E970222ABAE0}" srcId="{D901A2F2-1010-4746-ADD8-D3CE223AB521}" destId="{A52E3C4B-71C3-1147-88E9-328D44801B64}" srcOrd="2" destOrd="0" parTransId="{321E842E-8176-494B-B68E-D23B8ABE443B}" sibTransId="{9F1AA521-7060-DC44-8F04-4B0A4025B734}"/>
    <dgm:cxn modelId="{D0AB569E-C5D2-C742-B35C-A5CC960BC8DA}" type="presOf" srcId="{C926C593-E3EC-F648-8112-E67775617005}" destId="{B14A58D9-6C85-0546-87EC-84FDE64831B1}" srcOrd="0" destOrd="1" presId="urn:microsoft.com/office/officeart/2005/8/layout/hList1"/>
    <dgm:cxn modelId="{60B2EE9F-84AD-B54C-AEB8-A55ED6CC746B}" srcId="{FE407B48-F204-4C49-8393-49D59FCF8353}" destId="{C934A03F-308B-B94C-BE6F-3F8F4DD92661}" srcOrd="0" destOrd="0" parTransId="{655B46F8-3093-294E-BF7E-435BFDE22D8C}" sibTransId="{B8815F49-415E-C345-9E81-1A1C9AA06CF5}"/>
    <dgm:cxn modelId="{6389E3B9-720C-0548-97C8-8D61E97A5BF0}" srcId="{6A27DA15-A049-5746-8BDB-271624E8ED79}" destId="{D901A2F2-1010-4746-ADD8-D3CE223AB521}" srcOrd="2" destOrd="0" parTransId="{7FEF26E7-B9D0-4B48-B6E9-4842ACCEDEEF}" sibTransId="{57D8BD94-56A5-9746-A6E3-AD514E0DA912}"/>
    <dgm:cxn modelId="{AFA2C9C0-6C37-5846-9FFA-0FF24536CF7D}" srcId="{3A2C46A9-C3ED-0E44-8D15-71C801E8300F}" destId="{24E8593F-2353-C04F-904B-9564F6CA4C43}" srcOrd="1" destOrd="0" parTransId="{46B9B4EC-F5C6-1841-8F6D-08D974E3AAE6}" sibTransId="{C34ED844-DD95-F34B-AD25-95B9CFE196CB}"/>
    <dgm:cxn modelId="{F357FBC9-9D47-0845-9D8D-9FCCD7CB7A75}" type="presOf" srcId="{9A183A1A-A8AA-784E-A458-B6BFCDB7D706}" destId="{1A2F13DA-11F0-3640-A166-B6843E866FBA}" srcOrd="0" destOrd="0" presId="urn:microsoft.com/office/officeart/2005/8/layout/hList1"/>
    <dgm:cxn modelId="{C335B6DE-7840-A545-99E2-4F3ADD7E5B53}" srcId="{6A27DA15-A049-5746-8BDB-271624E8ED79}" destId="{FE407B48-F204-4C49-8393-49D59FCF8353}" srcOrd="3" destOrd="0" parTransId="{DA223284-AA97-314F-8382-0832E6C38D94}" sibTransId="{45FAF972-0F7E-AD4B-A85C-7FA8F520A082}"/>
    <dgm:cxn modelId="{BDBE74E2-99B4-B944-A4EE-A62F8F6A1C6F}" type="presOf" srcId="{D901A2F2-1010-4746-ADD8-D3CE223AB521}" destId="{1D5B0A26-0271-CD48-9367-8A0919A63210}" srcOrd="0" destOrd="0" presId="urn:microsoft.com/office/officeart/2005/8/layout/hList1"/>
    <dgm:cxn modelId="{FB1B38F2-B3A0-CD4C-A189-7CA84E0CF03D}" type="presOf" srcId="{164CC48B-DA2E-CB44-81FB-B399499122E9}" destId="{9364AAC0-6456-E241-9B6E-2D1E93779770}" srcOrd="0" destOrd="0" presId="urn:microsoft.com/office/officeart/2005/8/layout/hList1"/>
    <dgm:cxn modelId="{EE017AF2-3EC0-A449-848C-983828E06DB1}" type="presOf" srcId="{6A27DA15-A049-5746-8BDB-271624E8ED79}" destId="{2482496C-A123-A948-B0EF-AC89FF38D755}" srcOrd="0" destOrd="0" presId="urn:microsoft.com/office/officeart/2005/8/layout/hList1"/>
    <dgm:cxn modelId="{3E4EA1F5-D3D7-584D-87E7-E04F71AD6ACD}" type="presOf" srcId="{3A2C46A9-C3ED-0E44-8D15-71C801E8300F}" destId="{4EC984BA-062C-1341-84F7-1F7A876860E7}" srcOrd="0" destOrd="0" presId="urn:microsoft.com/office/officeart/2005/8/layout/hList1"/>
    <dgm:cxn modelId="{277B03CD-CA4F-7E48-98C0-72BF07816E7E}" type="presParOf" srcId="{2482496C-A123-A948-B0EF-AC89FF38D755}" destId="{C8B5C7AD-7137-A04F-87C0-5861F67B226E}" srcOrd="0" destOrd="0" presId="urn:microsoft.com/office/officeart/2005/8/layout/hList1"/>
    <dgm:cxn modelId="{16A1649F-D670-9444-AE8C-BD32D7E48545}" type="presParOf" srcId="{C8B5C7AD-7137-A04F-87C0-5861F67B226E}" destId="{4EC984BA-062C-1341-84F7-1F7A876860E7}" srcOrd="0" destOrd="0" presId="urn:microsoft.com/office/officeart/2005/8/layout/hList1"/>
    <dgm:cxn modelId="{27B83E82-89C5-974B-BDDB-8F3CA159025F}" type="presParOf" srcId="{C8B5C7AD-7137-A04F-87C0-5861F67B226E}" destId="{9364AAC0-6456-E241-9B6E-2D1E93779770}" srcOrd="1" destOrd="0" presId="urn:microsoft.com/office/officeart/2005/8/layout/hList1"/>
    <dgm:cxn modelId="{B6DC09B4-AC57-384B-AA01-4BB66B1B7F3F}" type="presParOf" srcId="{2482496C-A123-A948-B0EF-AC89FF38D755}" destId="{37166FE0-1287-704C-9B67-385C2C4FB01A}" srcOrd="1" destOrd="0" presId="urn:microsoft.com/office/officeart/2005/8/layout/hList1"/>
    <dgm:cxn modelId="{701915C8-B553-0945-B137-6402BC1A4561}" type="presParOf" srcId="{2482496C-A123-A948-B0EF-AC89FF38D755}" destId="{8A1E6A05-9B7D-5949-B76C-8ED32FA5880D}" srcOrd="2" destOrd="0" presId="urn:microsoft.com/office/officeart/2005/8/layout/hList1"/>
    <dgm:cxn modelId="{757D31DF-370A-224C-A0F1-4C2F992CD3E8}" type="presParOf" srcId="{8A1E6A05-9B7D-5949-B76C-8ED32FA5880D}" destId="{4320210B-375A-EC47-B17D-4C458DA9A9DC}" srcOrd="0" destOrd="0" presId="urn:microsoft.com/office/officeart/2005/8/layout/hList1"/>
    <dgm:cxn modelId="{AA48414F-971C-F442-94A2-A5462C419C66}" type="presParOf" srcId="{8A1E6A05-9B7D-5949-B76C-8ED32FA5880D}" destId="{1A2F13DA-11F0-3640-A166-B6843E866FBA}" srcOrd="1" destOrd="0" presId="urn:microsoft.com/office/officeart/2005/8/layout/hList1"/>
    <dgm:cxn modelId="{98D41C22-22FD-D240-8EA8-A3DFF582E762}" type="presParOf" srcId="{2482496C-A123-A948-B0EF-AC89FF38D755}" destId="{A3392497-33DA-0F46-88B4-6BAA0197769C}" srcOrd="3" destOrd="0" presId="urn:microsoft.com/office/officeart/2005/8/layout/hList1"/>
    <dgm:cxn modelId="{397DC563-70C3-B645-BB56-80F4EC919BF8}" type="presParOf" srcId="{2482496C-A123-A948-B0EF-AC89FF38D755}" destId="{A257E198-C601-564E-A9EC-BCC908DFA774}" srcOrd="4" destOrd="0" presId="urn:microsoft.com/office/officeart/2005/8/layout/hList1"/>
    <dgm:cxn modelId="{63D9360A-2940-3E47-8674-8726D986CA72}" type="presParOf" srcId="{A257E198-C601-564E-A9EC-BCC908DFA774}" destId="{1D5B0A26-0271-CD48-9367-8A0919A63210}" srcOrd="0" destOrd="0" presId="urn:microsoft.com/office/officeart/2005/8/layout/hList1"/>
    <dgm:cxn modelId="{ED5AABDE-60CB-6C44-89E4-ED0C82315583}" type="presParOf" srcId="{A257E198-C601-564E-A9EC-BCC908DFA774}" destId="{B14A58D9-6C85-0546-87EC-84FDE64831B1}" srcOrd="1" destOrd="0" presId="urn:microsoft.com/office/officeart/2005/8/layout/hList1"/>
    <dgm:cxn modelId="{6F637A71-34E6-3A40-AA11-A1CE3872DD8A}" type="presParOf" srcId="{2482496C-A123-A948-B0EF-AC89FF38D755}" destId="{C037E0C2-0043-314C-9054-1F2E57962717}" srcOrd="5" destOrd="0" presId="urn:microsoft.com/office/officeart/2005/8/layout/hList1"/>
    <dgm:cxn modelId="{F7A268D5-2B91-2E48-8932-7D984A00F5AD}" type="presParOf" srcId="{2482496C-A123-A948-B0EF-AC89FF38D755}" destId="{1C1A0407-CF17-1547-B55B-80EA0A2006F8}" srcOrd="6" destOrd="0" presId="urn:microsoft.com/office/officeart/2005/8/layout/hList1"/>
    <dgm:cxn modelId="{A9B73A42-35C1-B649-94D1-0799400FE0B3}" type="presParOf" srcId="{1C1A0407-CF17-1547-B55B-80EA0A2006F8}" destId="{1396A37E-6664-2F4B-BBF7-61AA672A0A4C}" srcOrd="0" destOrd="0" presId="urn:microsoft.com/office/officeart/2005/8/layout/hList1"/>
    <dgm:cxn modelId="{4E0254DC-1951-5B42-BDAE-D99B202AB05E}" type="presParOf" srcId="{1C1A0407-CF17-1547-B55B-80EA0A2006F8}" destId="{8AD08023-67C4-4D4C-9991-8212DA62F74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4E72B-C468-2145-8CAB-5445FA2C071F}">
      <dsp:nvSpPr>
        <dsp:cNvPr id="0" name=""/>
        <dsp:cNvSpPr/>
      </dsp:nvSpPr>
      <dsp:spPr>
        <a:xfrm>
          <a:off x="2798268" y="825"/>
          <a:ext cx="1294105" cy="647052"/>
        </a:xfrm>
        <a:prstGeom prst="roundRect">
          <a:avLst>
            <a:gd name="adj" fmla="val 10000"/>
          </a:avLst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Avantages</a:t>
          </a:r>
        </a:p>
      </dsp:txBody>
      <dsp:txXfrm>
        <a:off x="2817220" y="19777"/>
        <a:ext cx="1256201" cy="609148"/>
      </dsp:txXfrm>
    </dsp:sp>
    <dsp:sp modelId="{A05B6D5F-5EA8-8644-8425-3CF4F7D80CD6}">
      <dsp:nvSpPr>
        <dsp:cNvPr id="0" name=""/>
        <dsp:cNvSpPr/>
      </dsp:nvSpPr>
      <dsp:spPr>
        <a:xfrm>
          <a:off x="2927679" y="647877"/>
          <a:ext cx="129410" cy="4852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289"/>
              </a:lnTo>
              <a:lnTo>
                <a:pt x="129410" y="485289"/>
              </a:lnTo>
            </a:path>
          </a:pathLst>
        </a:custGeom>
        <a:noFill/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9613D5-2D0D-CA4E-BCDA-51320DDAB7C1}">
      <dsp:nvSpPr>
        <dsp:cNvPr id="0" name=""/>
        <dsp:cNvSpPr/>
      </dsp:nvSpPr>
      <dsp:spPr>
        <a:xfrm>
          <a:off x="3057089" y="809640"/>
          <a:ext cx="1035284" cy="647052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25400" cap="flat" cmpd="sng" algn="ctr">
          <a:solidFill>
            <a:srgbClr val="92D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Permet de voir l’évolution du stock</a:t>
          </a:r>
        </a:p>
      </dsp:txBody>
      <dsp:txXfrm>
        <a:off x="3076041" y="828592"/>
        <a:ext cx="997380" cy="609148"/>
      </dsp:txXfrm>
    </dsp:sp>
    <dsp:sp modelId="{06562CD6-59AB-934B-B217-54CF6CE235A7}">
      <dsp:nvSpPr>
        <dsp:cNvPr id="0" name=""/>
        <dsp:cNvSpPr/>
      </dsp:nvSpPr>
      <dsp:spPr>
        <a:xfrm>
          <a:off x="2927679" y="647877"/>
          <a:ext cx="129410" cy="12941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05"/>
              </a:lnTo>
              <a:lnTo>
                <a:pt x="129410" y="1294105"/>
              </a:lnTo>
            </a:path>
          </a:pathLst>
        </a:custGeom>
        <a:noFill/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56DA1B-67FD-7140-8251-E4E97B30CEC5}">
      <dsp:nvSpPr>
        <dsp:cNvPr id="0" name=""/>
        <dsp:cNvSpPr/>
      </dsp:nvSpPr>
      <dsp:spPr>
        <a:xfrm>
          <a:off x="3057089" y="1618456"/>
          <a:ext cx="1035284" cy="6470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92D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Affichage des informations clés</a:t>
          </a:r>
        </a:p>
      </dsp:txBody>
      <dsp:txXfrm>
        <a:off x="3076041" y="1637408"/>
        <a:ext cx="997380" cy="609148"/>
      </dsp:txXfrm>
    </dsp:sp>
    <dsp:sp modelId="{E2CFE38B-EA54-114C-A103-AA205F4F5399}">
      <dsp:nvSpPr>
        <dsp:cNvPr id="0" name=""/>
        <dsp:cNvSpPr/>
      </dsp:nvSpPr>
      <dsp:spPr>
        <a:xfrm>
          <a:off x="2927679" y="647877"/>
          <a:ext cx="129410" cy="21029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2920"/>
              </a:lnTo>
              <a:lnTo>
                <a:pt x="129410" y="2102920"/>
              </a:lnTo>
            </a:path>
          </a:pathLst>
        </a:custGeom>
        <a:noFill/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D98850-4439-5E45-92FB-E963467EE331}">
      <dsp:nvSpPr>
        <dsp:cNvPr id="0" name=""/>
        <dsp:cNvSpPr/>
      </dsp:nvSpPr>
      <dsp:spPr>
        <a:xfrm>
          <a:off x="3057089" y="2427272"/>
          <a:ext cx="1035284" cy="6470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92D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Dynamique</a:t>
          </a:r>
        </a:p>
      </dsp:txBody>
      <dsp:txXfrm>
        <a:off x="3076041" y="2446224"/>
        <a:ext cx="997380" cy="609148"/>
      </dsp:txXfrm>
    </dsp:sp>
    <dsp:sp modelId="{C343A610-CDEB-F049-8571-97956B4894A5}">
      <dsp:nvSpPr>
        <dsp:cNvPr id="0" name=""/>
        <dsp:cNvSpPr/>
      </dsp:nvSpPr>
      <dsp:spPr>
        <a:xfrm>
          <a:off x="4415900" y="825"/>
          <a:ext cx="1294105" cy="647052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Inconvénients</a:t>
          </a:r>
        </a:p>
      </dsp:txBody>
      <dsp:txXfrm>
        <a:off x="4434852" y="19777"/>
        <a:ext cx="1256201" cy="609148"/>
      </dsp:txXfrm>
    </dsp:sp>
    <dsp:sp modelId="{8EAA1E98-9094-CF4F-A558-6967CE5540E2}">
      <dsp:nvSpPr>
        <dsp:cNvPr id="0" name=""/>
        <dsp:cNvSpPr/>
      </dsp:nvSpPr>
      <dsp:spPr>
        <a:xfrm>
          <a:off x="4545310" y="647877"/>
          <a:ext cx="129410" cy="4852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289"/>
              </a:lnTo>
              <a:lnTo>
                <a:pt x="129410" y="485289"/>
              </a:lnTo>
            </a:path>
          </a:pathLst>
        </a:custGeom>
        <a:noFill/>
        <a:ln w="25400" cap="flat" cmpd="sng" algn="ctr">
          <a:solidFill>
            <a:schemeClr val="accent4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2B9D18-8175-A54C-957C-8D5E8594CB48}">
      <dsp:nvSpPr>
        <dsp:cNvPr id="0" name=""/>
        <dsp:cNvSpPr/>
      </dsp:nvSpPr>
      <dsp:spPr>
        <a:xfrm>
          <a:off x="4674721" y="809640"/>
          <a:ext cx="1035284" cy="6470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Ne permet pas d’éviter les futures ruptures</a:t>
          </a:r>
        </a:p>
      </dsp:txBody>
      <dsp:txXfrm>
        <a:off x="4693673" y="828592"/>
        <a:ext cx="997380" cy="609148"/>
      </dsp:txXfrm>
    </dsp:sp>
    <dsp:sp modelId="{6A9E25AF-9774-2746-8E0C-9F203857C8C9}">
      <dsp:nvSpPr>
        <dsp:cNvPr id="0" name=""/>
        <dsp:cNvSpPr/>
      </dsp:nvSpPr>
      <dsp:spPr>
        <a:xfrm>
          <a:off x="4545310" y="647877"/>
          <a:ext cx="129410" cy="12941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05"/>
              </a:lnTo>
              <a:lnTo>
                <a:pt x="129410" y="1294105"/>
              </a:lnTo>
            </a:path>
          </a:pathLst>
        </a:custGeom>
        <a:noFill/>
        <a:ln w="25400" cap="flat" cmpd="sng" algn="ctr">
          <a:solidFill>
            <a:schemeClr val="accent4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E3D7D7-8D46-C849-8EFC-7330B22E68B5}">
      <dsp:nvSpPr>
        <dsp:cNvPr id="0" name=""/>
        <dsp:cNvSpPr/>
      </dsp:nvSpPr>
      <dsp:spPr>
        <a:xfrm>
          <a:off x="4674721" y="1618456"/>
          <a:ext cx="1035284" cy="6470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lumMod val="40000"/>
              <a:lumOff val="6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Manque d’indicateurs</a:t>
          </a:r>
        </a:p>
      </dsp:txBody>
      <dsp:txXfrm>
        <a:off x="4693673" y="1637408"/>
        <a:ext cx="997380" cy="6091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C984BA-062C-1341-84F7-1F7A876860E7}">
      <dsp:nvSpPr>
        <dsp:cNvPr id="0" name=""/>
        <dsp:cNvSpPr/>
      </dsp:nvSpPr>
      <dsp:spPr>
        <a:xfrm>
          <a:off x="3391" y="495848"/>
          <a:ext cx="2039451" cy="791814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Fournisseur-magasin</a:t>
          </a:r>
        </a:p>
      </dsp:txBody>
      <dsp:txXfrm>
        <a:off x="3391" y="495848"/>
        <a:ext cx="2039451" cy="791814"/>
      </dsp:txXfrm>
    </dsp:sp>
    <dsp:sp modelId="{9364AAC0-6456-E241-9B6E-2D1E93779770}">
      <dsp:nvSpPr>
        <dsp:cNvPr id="0" name=""/>
        <dsp:cNvSpPr/>
      </dsp:nvSpPr>
      <dsp:spPr>
        <a:xfrm>
          <a:off x="3391" y="1287663"/>
          <a:ext cx="2039451" cy="13347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PL – PALEX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C - NAV</a:t>
          </a:r>
        </a:p>
      </dsp:txBody>
      <dsp:txXfrm>
        <a:off x="3391" y="1287663"/>
        <a:ext cx="2039451" cy="1334713"/>
      </dsp:txXfrm>
    </dsp:sp>
    <dsp:sp modelId="{4320210B-375A-EC47-B17D-4C458DA9A9DC}">
      <dsp:nvSpPr>
        <dsp:cNvPr id="0" name=""/>
        <dsp:cNvSpPr/>
      </dsp:nvSpPr>
      <dsp:spPr>
        <a:xfrm>
          <a:off x="2328365" y="495848"/>
          <a:ext cx="2039451" cy="791814"/>
        </a:xfrm>
        <a:prstGeom prst="rect">
          <a:avLst/>
        </a:prstGeom>
        <a:solidFill>
          <a:schemeClr val="accent1">
            <a:shade val="80000"/>
            <a:hueOff val="130100"/>
            <a:satOff val="5002"/>
            <a:lumOff val="8143"/>
            <a:alphaOff val="0"/>
          </a:schemeClr>
        </a:solidFill>
        <a:ln w="25400" cap="flat" cmpd="sng" algn="ctr">
          <a:solidFill>
            <a:schemeClr val="accent1">
              <a:shade val="80000"/>
              <a:hueOff val="130100"/>
              <a:satOff val="5002"/>
              <a:lumOff val="81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Stock projeté</a:t>
          </a:r>
        </a:p>
      </dsp:txBody>
      <dsp:txXfrm>
        <a:off x="2328365" y="495848"/>
        <a:ext cx="2039451" cy="791814"/>
      </dsp:txXfrm>
    </dsp:sp>
    <dsp:sp modelId="{1A2F13DA-11F0-3640-A166-B6843E866FBA}">
      <dsp:nvSpPr>
        <dsp:cNvPr id="0" name=""/>
        <dsp:cNvSpPr/>
      </dsp:nvSpPr>
      <dsp:spPr>
        <a:xfrm>
          <a:off x="2328365" y="1287663"/>
          <a:ext cx="2039451" cy="13347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23393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141626</a:t>
          </a:r>
        </a:p>
      </dsp:txBody>
      <dsp:txXfrm>
        <a:off x="2328365" y="1287663"/>
        <a:ext cx="2039451" cy="1334713"/>
      </dsp:txXfrm>
    </dsp:sp>
    <dsp:sp modelId="{1D5B0A26-0271-CD48-9367-8A0919A63210}">
      <dsp:nvSpPr>
        <dsp:cNvPr id="0" name=""/>
        <dsp:cNvSpPr/>
      </dsp:nvSpPr>
      <dsp:spPr>
        <a:xfrm>
          <a:off x="4653340" y="495848"/>
          <a:ext cx="2039451" cy="791814"/>
        </a:xfrm>
        <a:prstGeom prst="rect">
          <a:avLst/>
        </a:prstGeom>
        <a:solidFill>
          <a:schemeClr val="accent1">
            <a:shade val="80000"/>
            <a:hueOff val="260200"/>
            <a:satOff val="10003"/>
            <a:lumOff val="16286"/>
            <a:alphaOff val="0"/>
          </a:schemeClr>
        </a:solidFill>
        <a:ln w="25400" cap="flat" cmpd="sng" algn="ctr">
          <a:solidFill>
            <a:schemeClr val="accent1">
              <a:shade val="80000"/>
              <a:hueOff val="260200"/>
              <a:satOff val="10003"/>
              <a:lumOff val="162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Aucun besoin</a:t>
          </a:r>
        </a:p>
      </dsp:txBody>
      <dsp:txXfrm>
        <a:off x="4653340" y="495848"/>
        <a:ext cx="2039451" cy="791814"/>
      </dsp:txXfrm>
    </dsp:sp>
    <dsp:sp modelId="{B14A58D9-6C85-0546-87EC-84FDE64831B1}">
      <dsp:nvSpPr>
        <dsp:cNvPr id="0" name=""/>
        <dsp:cNvSpPr/>
      </dsp:nvSpPr>
      <dsp:spPr>
        <a:xfrm>
          <a:off x="4653340" y="1287663"/>
          <a:ext cx="2039451" cy="13347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189933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202577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571521</a:t>
          </a:r>
        </a:p>
      </dsp:txBody>
      <dsp:txXfrm>
        <a:off x="4653340" y="1287663"/>
        <a:ext cx="2039451" cy="1334713"/>
      </dsp:txXfrm>
    </dsp:sp>
    <dsp:sp modelId="{1396A37E-6664-2F4B-BBF7-61AA672A0A4C}">
      <dsp:nvSpPr>
        <dsp:cNvPr id="0" name=""/>
        <dsp:cNvSpPr/>
      </dsp:nvSpPr>
      <dsp:spPr>
        <a:xfrm>
          <a:off x="6978314" y="495848"/>
          <a:ext cx="2039451" cy="791814"/>
        </a:xfrm>
        <a:prstGeom prst="rect">
          <a:avLst/>
        </a:prstGeom>
        <a:solidFill>
          <a:schemeClr val="accent1">
            <a:shade val="80000"/>
            <a:hueOff val="390300"/>
            <a:satOff val="15005"/>
            <a:lumOff val="24429"/>
            <a:alphaOff val="0"/>
          </a:schemeClr>
        </a:solidFill>
        <a:ln w="25400" cap="flat" cmpd="sng" algn="ctr">
          <a:solidFill>
            <a:schemeClr val="accent1">
              <a:shade val="80000"/>
              <a:hueOff val="390300"/>
              <a:satOff val="15005"/>
              <a:lumOff val="244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Clé</a:t>
          </a:r>
        </a:p>
      </dsp:txBody>
      <dsp:txXfrm>
        <a:off x="6978314" y="495848"/>
        <a:ext cx="2039451" cy="791814"/>
      </dsp:txXfrm>
    </dsp:sp>
    <dsp:sp modelId="{8AD08023-67C4-4D4C-9991-8212DA62F74A}">
      <dsp:nvSpPr>
        <dsp:cNvPr id="0" name=""/>
        <dsp:cNvSpPr/>
      </dsp:nvSpPr>
      <dsp:spPr>
        <a:xfrm>
          <a:off x="6978314" y="1287663"/>
          <a:ext cx="2039451" cy="13347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Disposition</a:t>
          </a:r>
        </a:p>
      </dsp:txBody>
      <dsp:txXfrm>
        <a:off x="6978314" y="1287663"/>
        <a:ext cx="2039451" cy="13347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D94470B-BAE6-A48B-980B-531E9C355D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1543CD4-1BEB-D6E9-6E8A-D8C6739DC0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16856-3A92-504E-BDB0-652D95A668E4}" type="datetimeFigureOut">
              <a:rPr lang="fr-FR" smtClean="0"/>
              <a:t>05/01/2025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4DE485D-55E2-634A-3FC7-928D2D0675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23148A-9F94-D34A-22B3-4C86A48342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13FCB-AA65-C840-A67B-97FF7DF151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13223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0272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4381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2888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3053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5579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1735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6679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9CB3B72-3245-FAC4-CB50-DDD3B84B4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pic>
        <p:nvPicPr>
          <p:cNvPr id="3" name="Picture 1" descr="page1image45824640">
            <a:extLst>
              <a:ext uri="{FF2B5EF4-FFF2-40B4-BE49-F238E27FC236}">
                <a16:creationId xmlns:a16="http://schemas.microsoft.com/office/drawing/2014/main" id="{DC39781C-1F92-80B0-4F9D-3F84BA3C76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7263"/>
            <a:ext cx="1234199" cy="34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29/10/2024</a:t>
            </a:r>
            <a:endParaRPr sz="28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Bénédy JEAN-PHILIPPE</a:t>
            </a:r>
            <a:endParaRPr sz="28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FB800C7-350D-39D4-FAB8-61B0A30D4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1942587"/>
            <a:ext cx="8520600" cy="2052600"/>
          </a:xfrm>
        </p:spPr>
        <p:txBody>
          <a:bodyPr/>
          <a:lstStyle/>
          <a:p>
            <a:r>
              <a:rPr lang="fr-FR" dirty="0"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KingBrico</a:t>
            </a:r>
            <a:br>
              <a:rPr lang="fr-FR" dirty="0"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>
              <a:effectLst/>
            </a:endParaRPr>
          </a:p>
        </p:txBody>
      </p:sp>
      <p:sp>
        <p:nvSpPr>
          <p:cNvPr id="3" name="Google Shape;61;p4">
            <a:extLst>
              <a:ext uri="{FF2B5EF4-FFF2-40B4-BE49-F238E27FC236}">
                <a16:creationId xmlns:a16="http://schemas.microsoft.com/office/drawing/2014/main" id="{3E5B37D9-2B93-C92E-219B-106D77FFE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Sommaire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231791C-F48A-C399-162B-E66D3F9CD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28600"/>
            <a:ext cx="8520600" cy="3416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Présentation du DRP v1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Histogramme 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Avantages - inconvénients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Rappel des différents besoins pour la v2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Présentation du DRP v2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Observations</a:t>
            </a:r>
          </a:p>
          <a:p>
            <a:pPr>
              <a:buFont typeface="Wingdings" pitchFamily="2" charset="2"/>
              <a:buChar char="Ø"/>
            </a:pPr>
            <a:endParaRPr lang="fr-FR" dirty="0">
              <a:solidFill>
                <a:schemeClr val="tx1"/>
              </a:solidFill>
              <a:latin typeface="Arial" panose="020B0604020202020204" pitchFamily="34" charset="0"/>
              <a:ea typeface="Montserrat" pitchFamily="2" charset="77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F678CC8-CDF4-A58D-5998-D021095E31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Introduction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231791C-F48A-C399-162B-E66D3F9CD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28600"/>
            <a:ext cx="8520600" cy="3416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Entreprise en pleine croissance</a:t>
            </a:r>
          </a:p>
          <a:p>
            <a:pPr>
              <a:buFont typeface="Wingdings" pitchFamily="2" charset="2"/>
              <a:buChar char="§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Problématique de rupture de stock</a:t>
            </a:r>
          </a:p>
          <a:p>
            <a:pPr>
              <a:buFont typeface="Wingdings" pitchFamily="2" charset="2"/>
              <a:buChar char="§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Besoin d’un outil automatisé</a:t>
            </a:r>
          </a:p>
          <a:p>
            <a:pPr>
              <a:buFont typeface="Wingdings" pitchFamily="2" charset="2"/>
              <a:buChar char="§"/>
            </a:pPr>
            <a:endParaRPr lang="fr-FR" dirty="0">
              <a:solidFill>
                <a:schemeClr val="tx1"/>
              </a:solidFill>
              <a:latin typeface="Arial" panose="020B0604020202020204" pitchFamily="34" charset="0"/>
              <a:ea typeface="Montserrat" pitchFamily="2" charset="77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v"/>
            </a:pPr>
            <a:endParaRPr lang="fr-FR" dirty="0">
              <a:solidFill>
                <a:schemeClr val="tx1"/>
              </a:solidFill>
              <a:latin typeface="Arial" panose="020B0604020202020204" pitchFamily="34" charset="0"/>
              <a:ea typeface="Montserrat" pitchFamily="2" charset="77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v"/>
            </a:pPr>
            <a:endParaRPr lang="fr-FR" b="0" i="0" dirty="0">
              <a:solidFill>
                <a:schemeClr val="tx1"/>
              </a:solidFill>
              <a:effectLst/>
              <a:latin typeface="Arial" panose="020B0604020202020204" pitchFamily="34" charset="0"/>
              <a:ea typeface="Montserrat" pitchFamily="2" charset="77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B196F74-9E02-0CF3-0701-3F7F149537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239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Présentation du DRP v1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2E6A51-AA6F-0A0A-C503-4F0F8BDF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D3F0614-B5E4-1527-A373-6AB860C08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67" y="1566050"/>
            <a:ext cx="8202492" cy="322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93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Histogramme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3EFCEB0-14FA-2FCF-0B21-17FE70811F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1CFBD7A-2B75-734D-400A-EC75D8516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22" y="1645697"/>
            <a:ext cx="6366000" cy="291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687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Avantages - inconvénients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2E6A51-AA6F-0A0A-C503-4F0F8BDF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52A96380-B2DF-2AC1-E438-206BA103AD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9270640"/>
              </p:ext>
            </p:extLst>
          </p:nvPr>
        </p:nvGraphicFramePr>
        <p:xfrm>
          <a:off x="296092" y="1528600"/>
          <a:ext cx="8508274" cy="3075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7996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Besoins pour la v2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4203090-187F-14AC-D36E-06F80EC7F2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944DEE7-5A3E-2697-7424-5CBBF4C2A9AE}"/>
              </a:ext>
            </a:extLst>
          </p:cNvPr>
          <p:cNvSpPr txBox="1"/>
          <p:nvPr/>
        </p:nvSpPr>
        <p:spPr>
          <a:xfrm>
            <a:off x="470263" y="1706880"/>
            <a:ext cx="78986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fr-FR" dirty="0"/>
              <a:t>Un DRP qui permet d’éviter la rupture de stock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FR" dirty="0"/>
              <a:t>Modification à prévoir pour prendre en compte les contraintes (sous stock)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FR" dirty="0"/>
              <a:t>Intégration de nouveaux éléments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FR" dirty="0"/>
              <a:t>Suggestion du meilleur prestataire transport</a:t>
            </a:r>
          </a:p>
          <a:p>
            <a:pPr marL="285750" indent="-285750">
              <a:buFont typeface="Wingdings" pitchFamily="2" charset="2"/>
              <a:buChar char="Ø"/>
            </a:pPr>
            <a:endParaRPr lang="fr-FR" dirty="0"/>
          </a:p>
          <a:p>
            <a:pPr marL="285750" indent="-285750">
              <a:buFont typeface="Wingdings" pitchFamily="2" charset="2"/>
              <a:buChar char="Ø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2525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Présentation du DRP v2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4203090-187F-14AC-D36E-06F80EC7F2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6B391F-7BCA-0E06-D4BF-F03C3AB22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3983"/>
            <a:ext cx="5474677" cy="324886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EE3E824-37D7-9601-95C2-F1BC4D57048E}"/>
              </a:ext>
            </a:extLst>
          </p:cNvPr>
          <p:cNvSpPr txBox="1"/>
          <p:nvPr/>
        </p:nvSpPr>
        <p:spPr>
          <a:xfrm>
            <a:off x="5704114" y="1528600"/>
            <a:ext cx="32134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fr-FR" dirty="0"/>
              <a:t>Prise en compte des besoins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/>
              <a:t>Ajout de la table « articles-paramètre »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/>
              <a:t>Ajout d’éléments dans la V2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/>
              <a:t>Modification des tables « fournisseurs-magasin », « transporteur » et « dicodata »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/>
              <a:t>Ajout de mises en formes </a:t>
            </a:r>
          </a:p>
          <a:p>
            <a:pPr marL="285750" indent="-285750">
              <a:buFont typeface="Wingdings" pitchFamily="2" charset="2"/>
              <a:buChar char="v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2000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Obs</a:t>
            </a:r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ervations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4203090-187F-14AC-D36E-06F80EC7F2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6A1D9ABE-5577-71FE-3D84-E62E42D715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5128747"/>
              </p:ext>
            </p:extLst>
          </p:nvPr>
        </p:nvGraphicFramePr>
        <p:xfrm>
          <a:off x="0" y="1826774"/>
          <a:ext cx="9021157" cy="3118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8161399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{0631A71B-156B-9245-844E-44C6FE7D33C1}tf16401378</Template>
  <TotalTime>57872</TotalTime>
  <Words>180</Words>
  <Application>Microsoft Macintosh PowerPoint</Application>
  <PresentationFormat>Affichage à l'écran (16:9)</PresentationFormat>
  <Paragraphs>58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Wingdings</vt:lpstr>
      <vt:lpstr>Simple Light</vt:lpstr>
      <vt:lpstr>KingBrico </vt:lpstr>
      <vt:lpstr>Sommaire </vt:lpstr>
      <vt:lpstr>Introduction </vt:lpstr>
      <vt:lpstr>Présentation du DRP v1 </vt:lpstr>
      <vt:lpstr>Histogramme </vt:lpstr>
      <vt:lpstr>Avantages - inconvénients </vt:lpstr>
      <vt:lpstr>Besoins pour la v2 </vt:lpstr>
      <vt:lpstr>Présentation du DRP v2 </vt:lpstr>
      <vt:lpstr>Observations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JEAN PHILIPPE Benedy</cp:lastModifiedBy>
  <cp:revision>156</cp:revision>
  <dcterms:modified xsi:type="dcterms:W3CDTF">2025-01-05T13:05:04Z</dcterms:modified>
</cp:coreProperties>
</file>