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rzrqtyc6NFMljW0vJjHtN/3s2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B276D6-7DA8-486D-9897-4FA2B4CCD1D1}">
  <a:tblStyle styleId="{D8B276D6-7DA8-486D-9897-4FA2B4CCD1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141"/>
  </p:normalViewPr>
  <p:slideViewPr>
    <p:cSldViewPr snapToGrid="0">
      <p:cViewPr varScale="1">
        <p:scale>
          <a:sx n="164" d="100"/>
          <a:sy n="164" d="100"/>
        </p:scale>
        <p:origin x="432" y="17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1D357-A133-F54E-BE2D-8C6C3ABDD65B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38030AE-C960-4348-A680-A9E82C4824EF}">
      <dgm:prSet phldrT="[Texte]"/>
      <dgm:spPr/>
      <dgm:t>
        <a:bodyPr/>
        <a:lstStyle/>
        <a:p>
          <a:r>
            <a:rPr lang="fr-FR" dirty="0"/>
            <a:t>Erreur de référence</a:t>
          </a:r>
        </a:p>
      </dgm:t>
    </dgm:pt>
    <dgm:pt modelId="{EE84204E-D60B-0F48-8F6C-275793E48928}" type="parTrans" cxnId="{EB9F1D9E-9E42-014B-9AD3-4E447CEFEC01}">
      <dgm:prSet/>
      <dgm:spPr/>
      <dgm:t>
        <a:bodyPr/>
        <a:lstStyle/>
        <a:p>
          <a:endParaRPr lang="fr-FR"/>
        </a:p>
      </dgm:t>
    </dgm:pt>
    <dgm:pt modelId="{DF84153B-A670-1A4D-88D1-7548149886E4}" type="sibTrans" cxnId="{EB9F1D9E-9E42-014B-9AD3-4E447CEFEC01}">
      <dgm:prSet/>
      <dgm:spPr/>
      <dgm:t>
        <a:bodyPr/>
        <a:lstStyle/>
        <a:p>
          <a:endParaRPr lang="fr-FR"/>
        </a:p>
      </dgm:t>
    </dgm:pt>
    <dgm:pt modelId="{0C454080-0B7F-0847-B105-D1FFD726E761}">
      <dgm:prSet phldrT="[Texte]" custT="1"/>
      <dgm:spPr/>
      <dgm:t>
        <a:bodyPr/>
        <a:lstStyle/>
        <a:p>
          <a:r>
            <a:rPr lang="fr-FR" sz="3200" dirty="0"/>
            <a:t>1 049 produits - 175 307€</a:t>
          </a:r>
        </a:p>
      </dgm:t>
    </dgm:pt>
    <dgm:pt modelId="{1D26F839-34D0-7042-8B8D-00F21DEECD90}" type="parTrans" cxnId="{637166D0-48D6-D140-8E04-34C951341946}">
      <dgm:prSet/>
      <dgm:spPr/>
      <dgm:t>
        <a:bodyPr/>
        <a:lstStyle/>
        <a:p>
          <a:endParaRPr lang="fr-FR"/>
        </a:p>
      </dgm:t>
    </dgm:pt>
    <dgm:pt modelId="{FD51CA95-14EA-3C4A-9D87-4B01FC9D68DE}" type="sibTrans" cxnId="{637166D0-48D6-D140-8E04-34C951341946}">
      <dgm:prSet/>
      <dgm:spPr/>
      <dgm:t>
        <a:bodyPr/>
        <a:lstStyle/>
        <a:p>
          <a:endParaRPr lang="fr-FR"/>
        </a:p>
      </dgm:t>
    </dgm:pt>
    <dgm:pt modelId="{35C7F0FE-ADCA-5848-B7F6-77CE89EB192F}">
      <dgm:prSet phldrT="[Texte]"/>
      <dgm:spPr/>
      <dgm:t>
        <a:bodyPr/>
        <a:lstStyle/>
        <a:p>
          <a:r>
            <a:rPr lang="fr-FR" dirty="0"/>
            <a:t>Mise en place d’une équipe référencement</a:t>
          </a:r>
        </a:p>
      </dgm:t>
    </dgm:pt>
    <dgm:pt modelId="{9B8416FE-AFD0-6C4C-A7A4-81F594A581C6}" type="parTrans" cxnId="{9AF11082-5A7C-E241-AD00-91F9DB4EA4A3}">
      <dgm:prSet/>
      <dgm:spPr/>
      <dgm:t>
        <a:bodyPr/>
        <a:lstStyle/>
        <a:p>
          <a:endParaRPr lang="fr-FR"/>
        </a:p>
      </dgm:t>
    </dgm:pt>
    <dgm:pt modelId="{FE2147C7-44BC-AD42-BFAC-316DD9B1E8B6}" type="sibTrans" cxnId="{9AF11082-5A7C-E241-AD00-91F9DB4EA4A3}">
      <dgm:prSet/>
      <dgm:spPr/>
      <dgm:t>
        <a:bodyPr/>
        <a:lstStyle/>
        <a:p>
          <a:endParaRPr lang="fr-FR"/>
        </a:p>
      </dgm:t>
    </dgm:pt>
    <dgm:pt modelId="{5F80363F-8CFA-FB4A-97BD-CF94ADEAF4E0}">
      <dgm:prSet phldrT="[Texte]" custT="1"/>
      <dgm:spPr/>
      <dgm:t>
        <a:bodyPr/>
        <a:lstStyle/>
        <a:p>
          <a:r>
            <a:rPr lang="fr-FR" sz="3200" dirty="0"/>
            <a:t>2 personnes </a:t>
          </a:r>
        </a:p>
      </dgm:t>
    </dgm:pt>
    <dgm:pt modelId="{1F72F31A-2B8A-454E-81DC-7295566F818A}" type="parTrans" cxnId="{4DEB62A3-7E10-C14F-8819-D5BE89E96BC9}">
      <dgm:prSet/>
      <dgm:spPr/>
      <dgm:t>
        <a:bodyPr/>
        <a:lstStyle/>
        <a:p>
          <a:endParaRPr lang="fr-FR"/>
        </a:p>
      </dgm:t>
    </dgm:pt>
    <dgm:pt modelId="{8E0061D4-E438-914D-9C13-9DCC5D1FE1AD}" type="sibTrans" cxnId="{4DEB62A3-7E10-C14F-8819-D5BE89E96BC9}">
      <dgm:prSet/>
      <dgm:spPr/>
      <dgm:t>
        <a:bodyPr/>
        <a:lstStyle/>
        <a:p>
          <a:endParaRPr lang="fr-FR"/>
        </a:p>
      </dgm:t>
    </dgm:pt>
    <dgm:pt modelId="{AFDC263F-8ED3-324F-9ACA-701F49BFB38C}" type="pres">
      <dgm:prSet presAssocID="{34F1D357-A133-F54E-BE2D-8C6C3ABDD65B}" presName="Name0" presStyleCnt="0">
        <dgm:presLayoutVars>
          <dgm:dir/>
          <dgm:animLvl val="lvl"/>
          <dgm:resizeHandles val="exact"/>
        </dgm:presLayoutVars>
      </dgm:prSet>
      <dgm:spPr/>
    </dgm:pt>
    <dgm:pt modelId="{59F97595-43B8-C64F-BD27-F601F66A7EC0}" type="pres">
      <dgm:prSet presAssocID="{35C7F0FE-ADCA-5848-B7F6-77CE89EB192F}" presName="boxAndChildren" presStyleCnt="0"/>
      <dgm:spPr/>
    </dgm:pt>
    <dgm:pt modelId="{5169EF0C-B4FE-F84A-8F0E-7D8C446227D1}" type="pres">
      <dgm:prSet presAssocID="{35C7F0FE-ADCA-5848-B7F6-77CE89EB192F}" presName="parentTextBox" presStyleLbl="node1" presStyleIdx="0" presStyleCnt="2"/>
      <dgm:spPr/>
    </dgm:pt>
    <dgm:pt modelId="{21806056-F261-3546-AD1C-552CA039521F}" type="pres">
      <dgm:prSet presAssocID="{35C7F0FE-ADCA-5848-B7F6-77CE89EB192F}" presName="entireBox" presStyleLbl="node1" presStyleIdx="0" presStyleCnt="2"/>
      <dgm:spPr/>
    </dgm:pt>
    <dgm:pt modelId="{B5B50100-E36A-C947-B98D-8863CF614F01}" type="pres">
      <dgm:prSet presAssocID="{35C7F0FE-ADCA-5848-B7F6-77CE89EB192F}" presName="descendantBox" presStyleCnt="0"/>
      <dgm:spPr/>
    </dgm:pt>
    <dgm:pt modelId="{FED1C3F5-C8B9-3E40-B6DD-958F5DBFDD7F}" type="pres">
      <dgm:prSet presAssocID="{5F80363F-8CFA-FB4A-97BD-CF94ADEAF4E0}" presName="childTextBox" presStyleLbl="fgAccFollowNode1" presStyleIdx="0" presStyleCnt="2">
        <dgm:presLayoutVars>
          <dgm:bulletEnabled val="1"/>
        </dgm:presLayoutVars>
      </dgm:prSet>
      <dgm:spPr/>
    </dgm:pt>
    <dgm:pt modelId="{4AD748FF-E0CE-164B-8F70-75107F6DE0FC}" type="pres">
      <dgm:prSet presAssocID="{DF84153B-A670-1A4D-88D1-7548149886E4}" presName="sp" presStyleCnt="0"/>
      <dgm:spPr/>
    </dgm:pt>
    <dgm:pt modelId="{F4873E19-6D9F-FC41-BBEB-288A19B7C116}" type="pres">
      <dgm:prSet presAssocID="{238030AE-C960-4348-A680-A9E82C4824EF}" presName="arrowAndChildren" presStyleCnt="0"/>
      <dgm:spPr/>
    </dgm:pt>
    <dgm:pt modelId="{CD68E547-1D0A-3843-8F8A-33A768A52A97}" type="pres">
      <dgm:prSet presAssocID="{238030AE-C960-4348-A680-A9E82C4824EF}" presName="parentTextArrow" presStyleLbl="node1" presStyleIdx="0" presStyleCnt="2"/>
      <dgm:spPr/>
    </dgm:pt>
    <dgm:pt modelId="{A2FFFFEA-6794-CB42-9CE3-ED309D8373D2}" type="pres">
      <dgm:prSet presAssocID="{238030AE-C960-4348-A680-A9E82C4824EF}" presName="arrow" presStyleLbl="node1" presStyleIdx="1" presStyleCnt="2"/>
      <dgm:spPr/>
    </dgm:pt>
    <dgm:pt modelId="{EDA31139-90B4-084E-AC4A-54C96C606C92}" type="pres">
      <dgm:prSet presAssocID="{238030AE-C960-4348-A680-A9E82C4824EF}" presName="descendantArrow" presStyleCnt="0"/>
      <dgm:spPr/>
    </dgm:pt>
    <dgm:pt modelId="{C1D9F5DD-6CC7-F640-9A7F-95954F855780}" type="pres">
      <dgm:prSet presAssocID="{0C454080-0B7F-0847-B105-D1FFD726E761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3C5B541C-7FD9-574E-ABEA-745F4A5A5BC7}" type="presOf" srcId="{5F80363F-8CFA-FB4A-97BD-CF94ADEAF4E0}" destId="{FED1C3F5-C8B9-3E40-B6DD-958F5DBFDD7F}" srcOrd="0" destOrd="0" presId="urn:microsoft.com/office/officeart/2005/8/layout/process4"/>
    <dgm:cxn modelId="{8A59F129-BE9C-9043-9864-A0B7FF6F6784}" type="presOf" srcId="{35C7F0FE-ADCA-5848-B7F6-77CE89EB192F}" destId="{5169EF0C-B4FE-F84A-8F0E-7D8C446227D1}" srcOrd="0" destOrd="0" presId="urn:microsoft.com/office/officeart/2005/8/layout/process4"/>
    <dgm:cxn modelId="{E0411F6A-F6E1-E242-86A0-3890984F413E}" type="presOf" srcId="{35C7F0FE-ADCA-5848-B7F6-77CE89EB192F}" destId="{21806056-F261-3546-AD1C-552CA039521F}" srcOrd="1" destOrd="0" presId="urn:microsoft.com/office/officeart/2005/8/layout/process4"/>
    <dgm:cxn modelId="{9AF11082-5A7C-E241-AD00-91F9DB4EA4A3}" srcId="{34F1D357-A133-F54E-BE2D-8C6C3ABDD65B}" destId="{35C7F0FE-ADCA-5848-B7F6-77CE89EB192F}" srcOrd="1" destOrd="0" parTransId="{9B8416FE-AFD0-6C4C-A7A4-81F594A581C6}" sibTransId="{FE2147C7-44BC-AD42-BFAC-316DD9B1E8B6}"/>
    <dgm:cxn modelId="{EB9F1D9E-9E42-014B-9AD3-4E447CEFEC01}" srcId="{34F1D357-A133-F54E-BE2D-8C6C3ABDD65B}" destId="{238030AE-C960-4348-A680-A9E82C4824EF}" srcOrd="0" destOrd="0" parTransId="{EE84204E-D60B-0F48-8F6C-275793E48928}" sibTransId="{DF84153B-A670-1A4D-88D1-7548149886E4}"/>
    <dgm:cxn modelId="{4DEB62A3-7E10-C14F-8819-D5BE89E96BC9}" srcId="{35C7F0FE-ADCA-5848-B7F6-77CE89EB192F}" destId="{5F80363F-8CFA-FB4A-97BD-CF94ADEAF4E0}" srcOrd="0" destOrd="0" parTransId="{1F72F31A-2B8A-454E-81DC-7295566F818A}" sibTransId="{8E0061D4-E438-914D-9C13-9DCC5D1FE1AD}"/>
    <dgm:cxn modelId="{E599D3B7-3A5E-4144-B5CF-549FF05BD17F}" type="presOf" srcId="{34F1D357-A133-F54E-BE2D-8C6C3ABDD65B}" destId="{AFDC263F-8ED3-324F-9ACA-701F49BFB38C}" srcOrd="0" destOrd="0" presId="urn:microsoft.com/office/officeart/2005/8/layout/process4"/>
    <dgm:cxn modelId="{637166D0-48D6-D140-8E04-34C951341946}" srcId="{238030AE-C960-4348-A680-A9E82C4824EF}" destId="{0C454080-0B7F-0847-B105-D1FFD726E761}" srcOrd="0" destOrd="0" parTransId="{1D26F839-34D0-7042-8B8D-00F21DEECD90}" sibTransId="{FD51CA95-14EA-3C4A-9D87-4B01FC9D68DE}"/>
    <dgm:cxn modelId="{68F497D9-1640-7944-82B9-AA0DB86A08E6}" type="presOf" srcId="{238030AE-C960-4348-A680-A9E82C4824EF}" destId="{CD68E547-1D0A-3843-8F8A-33A768A52A97}" srcOrd="0" destOrd="0" presId="urn:microsoft.com/office/officeart/2005/8/layout/process4"/>
    <dgm:cxn modelId="{94E46EDF-B90E-1543-A2BE-E873472DD798}" type="presOf" srcId="{0C454080-0B7F-0847-B105-D1FFD726E761}" destId="{C1D9F5DD-6CC7-F640-9A7F-95954F855780}" srcOrd="0" destOrd="0" presId="urn:microsoft.com/office/officeart/2005/8/layout/process4"/>
    <dgm:cxn modelId="{121F2FF0-CE5B-AF4C-B1FD-05225E1200FB}" type="presOf" srcId="{238030AE-C960-4348-A680-A9E82C4824EF}" destId="{A2FFFFEA-6794-CB42-9CE3-ED309D8373D2}" srcOrd="1" destOrd="0" presId="urn:microsoft.com/office/officeart/2005/8/layout/process4"/>
    <dgm:cxn modelId="{4A62AB06-892D-4E4A-98B7-27993F6B8CFA}" type="presParOf" srcId="{AFDC263F-8ED3-324F-9ACA-701F49BFB38C}" destId="{59F97595-43B8-C64F-BD27-F601F66A7EC0}" srcOrd="0" destOrd="0" presId="urn:microsoft.com/office/officeart/2005/8/layout/process4"/>
    <dgm:cxn modelId="{BE2CF5FE-D4DB-CE42-A3FE-0CDC6D7CB394}" type="presParOf" srcId="{59F97595-43B8-C64F-BD27-F601F66A7EC0}" destId="{5169EF0C-B4FE-F84A-8F0E-7D8C446227D1}" srcOrd="0" destOrd="0" presId="urn:microsoft.com/office/officeart/2005/8/layout/process4"/>
    <dgm:cxn modelId="{317AB47D-D50F-3C47-98C8-9A2959768BC5}" type="presParOf" srcId="{59F97595-43B8-C64F-BD27-F601F66A7EC0}" destId="{21806056-F261-3546-AD1C-552CA039521F}" srcOrd="1" destOrd="0" presId="urn:microsoft.com/office/officeart/2005/8/layout/process4"/>
    <dgm:cxn modelId="{150F49A4-2FFE-7140-A185-5604C56546A4}" type="presParOf" srcId="{59F97595-43B8-C64F-BD27-F601F66A7EC0}" destId="{B5B50100-E36A-C947-B98D-8863CF614F01}" srcOrd="2" destOrd="0" presId="urn:microsoft.com/office/officeart/2005/8/layout/process4"/>
    <dgm:cxn modelId="{9A57A429-FC1C-A642-A88E-0A92AA45F5CB}" type="presParOf" srcId="{B5B50100-E36A-C947-B98D-8863CF614F01}" destId="{FED1C3F5-C8B9-3E40-B6DD-958F5DBFDD7F}" srcOrd="0" destOrd="0" presId="urn:microsoft.com/office/officeart/2005/8/layout/process4"/>
    <dgm:cxn modelId="{56A2763B-27A1-F746-947A-D8D436DCF15F}" type="presParOf" srcId="{AFDC263F-8ED3-324F-9ACA-701F49BFB38C}" destId="{4AD748FF-E0CE-164B-8F70-75107F6DE0FC}" srcOrd="1" destOrd="0" presId="urn:microsoft.com/office/officeart/2005/8/layout/process4"/>
    <dgm:cxn modelId="{CD638F95-74A9-6A4F-9618-54CAA30DFCE4}" type="presParOf" srcId="{AFDC263F-8ED3-324F-9ACA-701F49BFB38C}" destId="{F4873E19-6D9F-FC41-BBEB-288A19B7C116}" srcOrd="2" destOrd="0" presId="urn:microsoft.com/office/officeart/2005/8/layout/process4"/>
    <dgm:cxn modelId="{22599769-2D24-9549-81AB-B0A20AC36846}" type="presParOf" srcId="{F4873E19-6D9F-FC41-BBEB-288A19B7C116}" destId="{CD68E547-1D0A-3843-8F8A-33A768A52A97}" srcOrd="0" destOrd="0" presId="urn:microsoft.com/office/officeart/2005/8/layout/process4"/>
    <dgm:cxn modelId="{0EAAD7CE-92B1-3248-90E1-84D1AEA2A33B}" type="presParOf" srcId="{F4873E19-6D9F-FC41-BBEB-288A19B7C116}" destId="{A2FFFFEA-6794-CB42-9CE3-ED309D8373D2}" srcOrd="1" destOrd="0" presId="urn:microsoft.com/office/officeart/2005/8/layout/process4"/>
    <dgm:cxn modelId="{14436A23-E774-734C-B07D-42D261253AD7}" type="presParOf" srcId="{F4873E19-6D9F-FC41-BBEB-288A19B7C116}" destId="{EDA31139-90B4-084E-AC4A-54C96C606C92}" srcOrd="2" destOrd="0" presId="urn:microsoft.com/office/officeart/2005/8/layout/process4"/>
    <dgm:cxn modelId="{1E41663B-4766-9B47-B146-9CA72D6831DB}" type="presParOf" srcId="{EDA31139-90B4-084E-AC4A-54C96C606C92}" destId="{C1D9F5DD-6CC7-F640-9A7F-95954F85578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F1D357-A133-F54E-BE2D-8C6C3ABDD65B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38030AE-C960-4348-A680-A9E82C4824EF}">
      <dgm:prSet phldrT="[Texte]"/>
      <dgm:spPr/>
      <dgm:t>
        <a:bodyPr/>
        <a:lstStyle/>
        <a:p>
          <a:r>
            <a:rPr lang="fr-FR" dirty="0"/>
            <a:t>Produit livré abimé</a:t>
          </a:r>
        </a:p>
      </dgm:t>
    </dgm:pt>
    <dgm:pt modelId="{EE84204E-D60B-0F48-8F6C-275793E48928}" type="parTrans" cxnId="{EB9F1D9E-9E42-014B-9AD3-4E447CEFEC01}">
      <dgm:prSet/>
      <dgm:spPr/>
      <dgm:t>
        <a:bodyPr/>
        <a:lstStyle/>
        <a:p>
          <a:endParaRPr lang="fr-FR"/>
        </a:p>
      </dgm:t>
    </dgm:pt>
    <dgm:pt modelId="{DF84153B-A670-1A4D-88D1-7548149886E4}" type="sibTrans" cxnId="{EB9F1D9E-9E42-014B-9AD3-4E447CEFEC01}">
      <dgm:prSet/>
      <dgm:spPr/>
      <dgm:t>
        <a:bodyPr/>
        <a:lstStyle/>
        <a:p>
          <a:endParaRPr lang="fr-FR"/>
        </a:p>
      </dgm:t>
    </dgm:pt>
    <dgm:pt modelId="{0C454080-0B7F-0847-B105-D1FFD726E761}">
      <dgm:prSet phldrT="[Texte]" custT="1"/>
      <dgm:spPr/>
      <dgm:t>
        <a:bodyPr/>
        <a:lstStyle/>
        <a:p>
          <a:r>
            <a:rPr lang="fr-FR" sz="3200" dirty="0"/>
            <a:t> 1 016 produits – 128 604€   </a:t>
          </a:r>
        </a:p>
      </dgm:t>
    </dgm:pt>
    <dgm:pt modelId="{1D26F839-34D0-7042-8B8D-00F21DEECD90}" type="parTrans" cxnId="{637166D0-48D6-D140-8E04-34C951341946}">
      <dgm:prSet/>
      <dgm:spPr/>
      <dgm:t>
        <a:bodyPr/>
        <a:lstStyle/>
        <a:p>
          <a:endParaRPr lang="fr-FR"/>
        </a:p>
      </dgm:t>
    </dgm:pt>
    <dgm:pt modelId="{FD51CA95-14EA-3C4A-9D87-4B01FC9D68DE}" type="sibTrans" cxnId="{637166D0-48D6-D140-8E04-34C951341946}">
      <dgm:prSet/>
      <dgm:spPr/>
      <dgm:t>
        <a:bodyPr/>
        <a:lstStyle/>
        <a:p>
          <a:endParaRPr lang="fr-FR"/>
        </a:p>
      </dgm:t>
    </dgm:pt>
    <dgm:pt modelId="{35C7F0FE-ADCA-5848-B7F6-77CE89EB192F}">
      <dgm:prSet phldrT="[Texte]"/>
      <dgm:spPr/>
      <dgm:t>
        <a:bodyPr/>
        <a:lstStyle/>
        <a:p>
          <a:r>
            <a:rPr lang="fr-FR" dirty="0"/>
            <a:t>Proposition systématique de remise</a:t>
          </a:r>
        </a:p>
      </dgm:t>
    </dgm:pt>
    <dgm:pt modelId="{9B8416FE-AFD0-6C4C-A7A4-81F594A581C6}" type="parTrans" cxnId="{9AF11082-5A7C-E241-AD00-91F9DB4EA4A3}">
      <dgm:prSet/>
      <dgm:spPr/>
      <dgm:t>
        <a:bodyPr/>
        <a:lstStyle/>
        <a:p>
          <a:endParaRPr lang="fr-FR"/>
        </a:p>
      </dgm:t>
    </dgm:pt>
    <dgm:pt modelId="{FE2147C7-44BC-AD42-BFAC-316DD9B1E8B6}" type="sibTrans" cxnId="{9AF11082-5A7C-E241-AD00-91F9DB4EA4A3}">
      <dgm:prSet/>
      <dgm:spPr/>
      <dgm:t>
        <a:bodyPr/>
        <a:lstStyle/>
        <a:p>
          <a:endParaRPr lang="fr-FR"/>
        </a:p>
      </dgm:t>
    </dgm:pt>
    <dgm:pt modelId="{0F04902C-F09F-DA46-AA98-00DD16C962FA}" type="pres">
      <dgm:prSet presAssocID="{34F1D357-A133-F54E-BE2D-8C6C3ABDD65B}" presName="Name0" presStyleCnt="0">
        <dgm:presLayoutVars>
          <dgm:dir/>
          <dgm:animLvl val="lvl"/>
          <dgm:resizeHandles val="exact"/>
        </dgm:presLayoutVars>
      </dgm:prSet>
      <dgm:spPr/>
    </dgm:pt>
    <dgm:pt modelId="{74F464D9-84EB-124E-9DE7-52D58CAF0497}" type="pres">
      <dgm:prSet presAssocID="{35C7F0FE-ADCA-5848-B7F6-77CE89EB192F}" presName="boxAndChildren" presStyleCnt="0"/>
      <dgm:spPr/>
    </dgm:pt>
    <dgm:pt modelId="{59F505E2-AC8F-3B4C-851A-007B1CBBFD98}" type="pres">
      <dgm:prSet presAssocID="{35C7F0FE-ADCA-5848-B7F6-77CE89EB192F}" presName="parentTextBox" presStyleLbl="node1" presStyleIdx="0" presStyleCnt="2"/>
      <dgm:spPr/>
    </dgm:pt>
    <dgm:pt modelId="{1A6FCE8B-8A2B-6F47-80A0-80130DF04824}" type="pres">
      <dgm:prSet presAssocID="{DF84153B-A670-1A4D-88D1-7548149886E4}" presName="sp" presStyleCnt="0"/>
      <dgm:spPr/>
    </dgm:pt>
    <dgm:pt modelId="{7F259819-BE06-AD44-ABFB-BA7F6DF8AB45}" type="pres">
      <dgm:prSet presAssocID="{238030AE-C960-4348-A680-A9E82C4824EF}" presName="arrowAndChildren" presStyleCnt="0"/>
      <dgm:spPr/>
    </dgm:pt>
    <dgm:pt modelId="{6B4F2AB1-6F5C-0843-94A0-AD132BA52F95}" type="pres">
      <dgm:prSet presAssocID="{238030AE-C960-4348-A680-A9E82C4824EF}" presName="parentTextArrow" presStyleLbl="node1" presStyleIdx="0" presStyleCnt="2"/>
      <dgm:spPr/>
    </dgm:pt>
    <dgm:pt modelId="{ECEB020F-37D2-FD43-90EE-CB73BA009BA9}" type="pres">
      <dgm:prSet presAssocID="{238030AE-C960-4348-A680-A9E82C4824EF}" presName="arrow" presStyleLbl="node1" presStyleIdx="1" presStyleCnt="2"/>
      <dgm:spPr/>
    </dgm:pt>
    <dgm:pt modelId="{7EC9DFFF-ADCD-D04B-BBD7-1A3E2407D2FC}" type="pres">
      <dgm:prSet presAssocID="{238030AE-C960-4348-A680-A9E82C4824EF}" presName="descendantArrow" presStyleCnt="0"/>
      <dgm:spPr/>
    </dgm:pt>
    <dgm:pt modelId="{223F3123-201E-9D4E-A3DE-03D64AC19772}" type="pres">
      <dgm:prSet presAssocID="{0C454080-0B7F-0847-B105-D1FFD726E761}" presName="childTextArrow" presStyleLbl="fgAccFollowNode1" presStyleIdx="0" presStyleCnt="1">
        <dgm:presLayoutVars>
          <dgm:bulletEnabled val="1"/>
        </dgm:presLayoutVars>
      </dgm:prSet>
      <dgm:spPr/>
    </dgm:pt>
  </dgm:ptLst>
  <dgm:cxnLst>
    <dgm:cxn modelId="{BF4B1E53-46CB-2642-9E28-EE66174A7DBC}" type="presOf" srcId="{238030AE-C960-4348-A680-A9E82C4824EF}" destId="{ECEB020F-37D2-FD43-90EE-CB73BA009BA9}" srcOrd="1" destOrd="0" presId="urn:microsoft.com/office/officeart/2005/8/layout/process4"/>
    <dgm:cxn modelId="{9AF11082-5A7C-E241-AD00-91F9DB4EA4A3}" srcId="{34F1D357-A133-F54E-BE2D-8C6C3ABDD65B}" destId="{35C7F0FE-ADCA-5848-B7F6-77CE89EB192F}" srcOrd="1" destOrd="0" parTransId="{9B8416FE-AFD0-6C4C-A7A4-81F594A581C6}" sibTransId="{FE2147C7-44BC-AD42-BFAC-316DD9B1E8B6}"/>
    <dgm:cxn modelId="{79405E87-412D-FF46-B26C-4A514D7BFDD8}" type="presOf" srcId="{35C7F0FE-ADCA-5848-B7F6-77CE89EB192F}" destId="{59F505E2-AC8F-3B4C-851A-007B1CBBFD98}" srcOrd="0" destOrd="0" presId="urn:microsoft.com/office/officeart/2005/8/layout/process4"/>
    <dgm:cxn modelId="{DF88678A-5FC6-944E-AA4B-88CA484D4DBE}" type="presOf" srcId="{34F1D357-A133-F54E-BE2D-8C6C3ABDD65B}" destId="{0F04902C-F09F-DA46-AA98-00DD16C962FA}" srcOrd="0" destOrd="0" presId="urn:microsoft.com/office/officeart/2005/8/layout/process4"/>
    <dgm:cxn modelId="{EB9F1D9E-9E42-014B-9AD3-4E447CEFEC01}" srcId="{34F1D357-A133-F54E-BE2D-8C6C3ABDD65B}" destId="{238030AE-C960-4348-A680-A9E82C4824EF}" srcOrd="0" destOrd="0" parTransId="{EE84204E-D60B-0F48-8F6C-275793E48928}" sibTransId="{DF84153B-A670-1A4D-88D1-7548149886E4}"/>
    <dgm:cxn modelId="{FFC285A5-2DBD-7A42-837F-26AEA2D31989}" type="presOf" srcId="{0C454080-0B7F-0847-B105-D1FFD726E761}" destId="{223F3123-201E-9D4E-A3DE-03D64AC19772}" srcOrd="0" destOrd="0" presId="urn:microsoft.com/office/officeart/2005/8/layout/process4"/>
    <dgm:cxn modelId="{637166D0-48D6-D140-8E04-34C951341946}" srcId="{238030AE-C960-4348-A680-A9E82C4824EF}" destId="{0C454080-0B7F-0847-B105-D1FFD726E761}" srcOrd="0" destOrd="0" parTransId="{1D26F839-34D0-7042-8B8D-00F21DEECD90}" sibTransId="{FD51CA95-14EA-3C4A-9D87-4B01FC9D68DE}"/>
    <dgm:cxn modelId="{D565A2EE-30C8-BB49-92F9-72AB710C1804}" type="presOf" srcId="{238030AE-C960-4348-A680-A9E82C4824EF}" destId="{6B4F2AB1-6F5C-0843-94A0-AD132BA52F95}" srcOrd="0" destOrd="0" presId="urn:microsoft.com/office/officeart/2005/8/layout/process4"/>
    <dgm:cxn modelId="{1B7D034C-E770-8F4F-B0D6-943B1CA8D505}" type="presParOf" srcId="{0F04902C-F09F-DA46-AA98-00DD16C962FA}" destId="{74F464D9-84EB-124E-9DE7-52D58CAF0497}" srcOrd="0" destOrd="0" presId="urn:microsoft.com/office/officeart/2005/8/layout/process4"/>
    <dgm:cxn modelId="{B3061B37-98F3-714D-A6CC-D176E8F5A1BB}" type="presParOf" srcId="{74F464D9-84EB-124E-9DE7-52D58CAF0497}" destId="{59F505E2-AC8F-3B4C-851A-007B1CBBFD98}" srcOrd="0" destOrd="0" presId="urn:microsoft.com/office/officeart/2005/8/layout/process4"/>
    <dgm:cxn modelId="{7895AB43-411B-9645-8A07-A2F99B1327A9}" type="presParOf" srcId="{0F04902C-F09F-DA46-AA98-00DD16C962FA}" destId="{1A6FCE8B-8A2B-6F47-80A0-80130DF04824}" srcOrd="1" destOrd="0" presId="urn:microsoft.com/office/officeart/2005/8/layout/process4"/>
    <dgm:cxn modelId="{526FD901-80F2-514B-A0E3-47D3D64C01D0}" type="presParOf" srcId="{0F04902C-F09F-DA46-AA98-00DD16C962FA}" destId="{7F259819-BE06-AD44-ABFB-BA7F6DF8AB45}" srcOrd="2" destOrd="0" presId="urn:microsoft.com/office/officeart/2005/8/layout/process4"/>
    <dgm:cxn modelId="{CDF1D089-7E74-174B-9352-D76C7CAA2703}" type="presParOf" srcId="{7F259819-BE06-AD44-ABFB-BA7F6DF8AB45}" destId="{6B4F2AB1-6F5C-0843-94A0-AD132BA52F95}" srcOrd="0" destOrd="0" presId="urn:microsoft.com/office/officeart/2005/8/layout/process4"/>
    <dgm:cxn modelId="{9A0F0C60-A3A9-D142-A111-3520DEA30C02}" type="presParOf" srcId="{7F259819-BE06-AD44-ABFB-BA7F6DF8AB45}" destId="{ECEB020F-37D2-FD43-90EE-CB73BA009BA9}" srcOrd="1" destOrd="0" presId="urn:microsoft.com/office/officeart/2005/8/layout/process4"/>
    <dgm:cxn modelId="{CB7CCD3E-7E3A-D14E-9EB3-869C0DE30530}" type="presParOf" srcId="{7F259819-BE06-AD44-ABFB-BA7F6DF8AB45}" destId="{7EC9DFFF-ADCD-D04B-BBD7-1A3E2407D2FC}" srcOrd="2" destOrd="0" presId="urn:microsoft.com/office/officeart/2005/8/layout/process4"/>
    <dgm:cxn modelId="{67E0689A-A9FF-AF4A-B6AC-878CE347E55A}" type="presParOf" srcId="{7EC9DFFF-ADCD-D04B-BBD7-1A3E2407D2FC}" destId="{223F3123-201E-9D4E-A3DE-03D64AC1977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F1D357-A133-F54E-BE2D-8C6C3ABDD65B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38030AE-C960-4348-A680-A9E82C4824EF}">
      <dgm:prSet phldrT="[Texte]" custT="1"/>
      <dgm:spPr/>
      <dgm:t>
        <a:bodyPr/>
        <a:lstStyle/>
        <a:p>
          <a:r>
            <a:rPr lang="fr-FR" sz="3200" dirty="0"/>
            <a:t>Colis non réclamé</a:t>
          </a:r>
        </a:p>
      </dgm:t>
    </dgm:pt>
    <dgm:pt modelId="{EE84204E-D60B-0F48-8F6C-275793E48928}" type="parTrans" cxnId="{EB9F1D9E-9E42-014B-9AD3-4E447CEFEC01}">
      <dgm:prSet/>
      <dgm:spPr/>
      <dgm:t>
        <a:bodyPr/>
        <a:lstStyle/>
        <a:p>
          <a:endParaRPr lang="fr-FR"/>
        </a:p>
      </dgm:t>
    </dgm:pt>
    <dgm:pt modelId="{DF84153B-A670-1A4D-88D1-7548149886E4}" type="sibTrans" cxnId="{EB9F1D9E-9E42-014B-9AD3-4E447CEFEC01}">
      <dgm:prSet/>
      <dgm:spPr/>
      <dgm:t>
        <a:bodyPr/>
        <a:lstStyle/>
        <a:p>
          <a:endParaRPr lang="fr-FR"/>
        </a:p>
      </dgm:t>
    </dgm:pt>
    <dgm:pt modelId="{0C454080-0B7F-0847-B105-D1FFD726E761}">
      <dgm:prSet phldrT="[Texte]" custT="1"/>
      <dgm:spPr/>
      <dgm:t>
        <a:bodyPr/>
        <a:lstStyle/>
        <a:p>
          <a:r>
            <a:rPr lang="fr-FR" sz="3200" dirty="0"/>
            <a:t>1 264 colis – 178 008€  </a:t>
          </a:r>
        </a:p>
      </dgm:t>
    </dgm:pt>
    <dgm:pt modelId="{1D26F839-34D0-7042-8B8D-00F21DEECD90}" type="parTrans" cxnId="{637166D0-48D6-D140-8E04-34C951341946}">
      <dgm:prSet/>
      <dgm:spPr/>
      <dgm:t>
        <a:bodyPr/>
        <a:lstStyle/>
        <a:p>
          <a:endParaRPr lang="fr-FR"/>
        </a:p>
      </dgm:t>
    </dgm:pt>
    <dgm:pt modelId="{FD51CA95-14EA-3C4A-9D87-4B01FC9D68DE}" type="sibTrans" cxnId="{637166D0-48D6-D140-8E04-34C951341946}">
      <dgm:prSet/>
      <dgm:spPr/>
      <dgm:t>
        <a:bodyPr/>
        <a:lstStyle/>
        <a:p>
          <a:endParaRPr lang="fr-FR"/>
        </a:p>
      </dgm:t>
    </dgm:pt>
    <dgm:pt modelId="{35C7F0FE-ADCA-5848-B7F6-77CE89EB192F}">
      <dgm:prSet phldrT="[Texte]" custT="1"/>
      <dgm:spPr/>
      <dgm:t>
        <a:bodyPr/>
        <a:lstStyle/>
        <a:p>
          <a:r>
            <a:rPr lang="fr-FR" sz="3200" dirty="0"/>
            <a:t>Relance des clients</a:t>
          </a:r>
        </a:p>
      </dgm:t>
    </dgm:pt>
    <dgm:pt modelId="{9B8416FE-AFD0-6C4C-A7A4-81F594A581C6}" type="parTrans" cxnId="{9AF11082-5A7C-E241-AD00-91F9DB4EA4A3}">
      <dgm:prSet/>
      <dgm:spPr/>
      <dgm:t>
        <a:bodyPr/>
        <a:lstStyle/>
        <a:p>
          <a:endParaRPr lang="fr-FR"/>
        </a:p>
      </dgm:t>
    </dgm:pt>
    <dgm:pt modelId="{FE2147C7-44BC-AD42-BFAC-316DD9B1E8B6}" type="sibTrans" cxnId="{9AF11082-5A7C-E241-AD00-91F9DB4EA4A3}">
      <dgm:prSet/>
      <dgm:spPr/>
      <dgm:t>
        <a:bodyPr/>
        <a:lstStyle/>
        <a:p>
          <a:endParaRPr lang="fr-FR"/>
        </a:p>
      </dgm:t>
    </dgm:pt>
    <dgm:pt modelId="{5F80363F-8CFA-FB4A-97BD-CF94ADEAF4E0}">
      <dgm:prSet phldrT="[Texte]" custT="1"/>
      <dgm:spPr/>
      <dgm:t>
        <a:bodyPr/>
        <a:lstStyle/>
        <a:p>
          <a:r>
            <a:rPr lang="fr-FR" sz="3200" dirty="0"/>
            <a:t>Relance sms ou mail tous les 2 jours</a:t>
          </a:r>
        </a:p>
      </dgm:t>
    </dgm:pt>
    <dgm:pt modelId="{1F72F31A-2B8A-454E-81DC-7295566F818A}" type="parTrans" cxnId="{4DEB62A3-7E10-C14F-8819-D5BE89E96BC9}">
      <dgm:prSet/>
      <dgm:spPr/>
      <dgm:t>
        <a:bodyPr/>
        <a:lstStyle/>
        <a:p>
          <a:endParaRPr lang="fr-FR"/>
        </a:p>
      </dgm:t>
    </dgm:pt>
    <dgm:pt modelId="{8E0061D4-E438-914D-9C13-9DCC5D1FE1AD}" type="sibTrans" cxnId="{4DEB62A3-7E10-C14F-8819-D5BE89E96BC9}">
      <dgm:prSet/>
      <dgm:spPr/>
      <dgm:t>
        <a:bodyPr/>
        <a:lstStyle/>
        <a:p>
          <a:endParaRPr lang="fr-FR"/>
        </a:p>
      </dgm:t>
    </dgm:pt>
    <dgm:pt modelId="{25E99C68-B35C-E744-8055-844B2B4D5942}" type="pres">
      <dgm:prSet presAssocID="{34F1D357-A133-F54E-BE2D-8C6C3ABDD65B}" presName="Name0" presStyleCnt="0">
        <dgm:presLayoutVars>
          <dgm:dir/>
          <dgm:animLvl val="lvl"/>
          <dgm:resizeHandles val="exact"/>
        </dgm:presLayoutVars>
      </dgm:prSet>
      <dgm:spPr/>
    </dgm:pt>
    <dgm:pt modelId="{990B61C4-DAE1-C64E-9786-E18CA020145D}" type="pres">
      <dgm:prSet presAssocID="{35C7F0FE-ADCA-5848-B7F6-77CE89EB192F}" presName="boxAndChildren" presStyleCnt="0"/>
      <dgm:spPr/>
    </dgm:pt>
    <dgm:pt modelId="{D3333D5A-E505-6A4F-8A6B-2A316181C890}" type="pres">
      <dgm:prSet presAssocID="{35C7F0FE-ADCA-5848-B7F6-77CE89EB192F}" presName="parentTextBox" presStyleLbl="node1" presStyleIdx="0" presStyleCnt="2"/>
      <dgm:spPr/>
    </dgm:pt>
    <dgm:pt modelId="{018B43E5-B185-2F4E-A403-CB3B4A134A92}" type="pres">
      <dgm:prSet presAssocID="{35C7F0FE-ADCA-5848-B7F6-77CE89EB192F}" presName="entireBox" presStyleLbl="node1" presStyleIdx="0" presStyleCnt="2"/>
      <dgm:spPr/>
    </dgm:pt>
    <dgm:pt modelId="{6EC02AFA-AF41-AC47-B2F9-C1F33C334057}" type="pres">
      <dgm:prSet presAssocID="{35C7F0FE-ADCA-5848-B7F6-77CE89EB192F}" presName="descendantBox" presStyleCnt="0"/>
      <dgm:spPr/>
    </dgm:pt>
    <dgm:pt modelId="{147EB748-3F0A-3249-9135-AD9DB67AC052}" type="pres">
      <dgm:prSet presAssocID="{5F80363F-8CFA-FB4A-97BD-CF94ADEAF4E0}" presName="childTextBox" presStyleLbl="fgAccFollowNode1" presStyleIdx="0" presStyleCnt="2">
        <dgm:presLayoutVars>
          <dgm:bulletEnabled val="1"/>
        </dgm:presLayoutVars>
      </dgm:prSet>
      <dgm:spPr/>
    </dgm:pt>
    <dgm:pt modelId="{002082D6-4C93-F149-B432-F0BF20C43CD0}" type="pres">
      <dgm:prSet presAssocID="{DF84153B-A670-1A4D-88D1-7548149886E4}" presName="sp" presStyleCnt="0"/>
      <dgm:spPr/>
    </dgm:pt>
    <dgm:pt modelId="{34549EAB-C396-0C42-A27E-4832DF8E39E4}" type="pres">
      <dgm:prSet presAssocID="{238030AE-C960-4348-A680-A9E82C4824EF}" presName="arrowAndChildren" presStyleCnt="0"/>
      <dgm:spPr/>
    </dgm:pt>
    <dgm:pt modelId="{12C7D4A6-CE1C-594B-981B-86DE4E245C49}" type="pres">
      <dgm:prSet presAssocID="{238030AE-C960-4348-A680-A9E82C4824EF}" presName="parentTextArrow" presStyleLbl="node1" presStyleIdx="0" presStyleCnt="2"/>
      <dgm:spPr/>
    </dgm:pt>
    <dgm:pt modelId="{FC386AA9-0A5A-9D48-B74F-01BC913E1857}" type="pres">
      <dgm:prSet presAssocID="{238030AE-C960-4348-A680-A9E82C4824EF}" presName="arrow" presStyleLbl="node1" presStyleIdx="1" presStyleCnt="2"/>
      <dgm:spPr/>
    </dgm:pt>
    <dgm:pt modelId="{8195D72D-20E9-A94D-9D17-533B6D2419D0}" type="pres">
      <dgm:prSet presAssocID="{238030AE-C960-4348-A680-A9E82C4824EF}" presName="descendantArrow" presStyleCnt="0"/>
      <dgm:spPr/>
    </dgm:pt>
    <dgm:pt modelId="{154EBF05-AE4A-5840-AA93-E941F4CDA041}" type="pres">
      <dgm:prSet presAssocID="{0C454080-0B7F-0847-B105-D1FFD726E761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3342AE10-6A47-C64C-80C9-ECE640351EE8}" type="presOf" srcId="{238030AE-C960-4348-A680-A9E82C4824EF}" destId="{12C7D4A6-CE1C-594B-981B-86DE4E245C49}" srcOrd="0" destOrd="0" presId="urn:microsoft.com/office/officeart/2005/8/layout/process4"/>
    <dgm:cxn modelId="{2A0F141A-1315-A140-AE95-EC8BAFD158A9}" type="presOf" srcId="{5F80363F-8CFA-FB4A-97BD-CF94ADEAF4E0}" destId="{147EB748-3F0A-3249-9135-AD9DB67AC052}" srcOrd="0" destOrd="0" presId="urn:microsoft.com/office/officeart/2005/8/layout/process4"/>
    <dgm:cxn modelId="{44F50552-9891-3348-9DF4-57492C2570E6}" type="presOf" srcId="{35C7F0FE-ADCA-5848-B7F6-77CE89EB192F}" destId="{D3333D5A-E505-6A4F-8A6B-2A316181C890}" srcOrd="0" destOrd="0" presId="urn:microsoft.com/office/officeart/2005/8/layout/process4"/>
    <dgm:cxn modelId="{9AF11082-5A7C-E241-AD00-91F9DB4EA4A3}" srcId="{34F1D357-A133-F54E-BE2D-8C6C3ABDD65B}" destId="{35C7F0FE-ADCA-5848-B7F6-77CE89EB192F}" srcOrd="1" destOrd="0" parTransId="{9B8416FE-AFD0-6C4C-A7A4-81F594A581C6}" sibTransId="{FE2147C7-44BC-AD42-BFAC-316DD9B1E8B6}"/>
    <dgm:cxn modelId="{EB9F1D9E-9E42-014B-9AD3-4E447CEFEC01}" srcId="{34F1D357-A133-F54E-BE2D-8C6C3ABDD65B}" destId="{238030AE-C960-4348-A680-A9E82C4824EF}" srcOrd="0" destOrd="0" parTransId="{EE84204E-D60B-0F48-8F6C-275793E48928}" sibTransId="{DF84153B-A670-1A4D-88D1-7548149886E4}"/>
    <dgm:cxn modelId="{4DEB62A3-7E10-C14F-8819-D5BE89E96BC9}" srcId="{35C7F0FE-ADCA-5848-B7F6-77CE89EB192F}" destId="{5F80363F-8CFA-FB4A-97BD-CF94ADEAF4E0}" srcOrd="0" destOrd="0" parTransId="{1F72F31A-2B8A-454E-81DC-7295566F818A}" sibTransId="{8E0061D4-E438-914D-9C13-9DCC5D1FE1AD}"/>
    <dgm:cxn modelId="{2150CBAD-D441-C84A-8E50-6D3A34F56AB6}" type="presOf" srcId="{35C7F0FE-ADCA-5848-B7F6-77CE89EB192F}" destId="{018B43E5-B185-2F4E-A403-CB3B4A134A92}" srcOrd="1" destOrd="0" presId="urn:microsoft.com/office/officeart/2005/8/layout/process4"/>
    <dgm:cxn modelId="{4C9E5AC3-6333-B042-8CFF-1FBE756931BF}" type="presOf" srcId="{34F1D357-A133-F54E-BE2D-8C6C3ABDD65B}" destId="{25E99C68-B35C-E744-8055-844B2B4D5942}" srcOrd="0" destOrd="0" presId="urn:microsoft.com/office/officeart/2005/8/layout/process4"/>
    <dgm:cxn modelId="{637166D0-48D6-D140-8E04-34C951341946}" srcId="{238030AE-C960-4348-A680-A9E82C4824EF}" destId="{0C454080-0B7F-0847-B105-D1FFD726E761}" srcOrd="0" destOrd="0" parTransId="{1D26F839-34D0-7042-8B8D-00F21DEECD90}" sibTransId="{FD51CA95-14EA-3C4A-9D87-4B01FC9D68DE}"/>
    <dgm:cxn modelId="{DB28E2D4-B890-8B40-BC48-36D0CFC53812}" type="presOf" srcId="{0C454080-0B7F-0847-B105-D1FFD726E761}" destId="{154EBF05-AE4A-5840-AA93-E941F4CDA041}" srcOrd="0" destOrd="0" presId="urn:microsoft.com/office/officeart/2005/8/layout/process4"/>
    <dgm:cxn modelId="{7CF361EF-9F4C-DF42-8A02-A96C79070714}" type="presOf" srcId="{238030AE-C960-4348-A680-A9E82C4824EF}" destId="{FC386AA9-0A5A-9D48-B74F-01BC913E1857}" srcOrd="1" destOrd="0" presId="urn:microsoft.com/office/officeart/2005/8/layout/process4"/>
    <dgm:cxn modelId="{9E944FC3-8A1E-754A-89F4-DC39AB5F9F7A}" type="presParOf" srcId="{25E99C68-B35C-E744-8055-844B2B4D5942}" destId="{990B61C4-DAE1-C64E-9786-E18CA020145D}" srcOrd="0" destOrd="0" presId="urn:microsoft.com/office/officeart/2005/8/layout/process4"/>
    <dgm:cxn modelId="{461261B4-CCC0-9448-AE06-6BFE255EFCEB}" type="presParOf" srcId="{990B61C4-DAE1-C64E-9786-E18CA020145D}" destId="{D3333D5A-E505-6A4F-8A6B-2A316181C890}" srcOrd="0" destOrd="0" presId="urn:microsoft.com/office/officeart/2005/8/layout/process4"/>
    <dgm:cxn modelId="{E6051AB5-85D9-B940-B5B7-1A2476C7EA6A}" type="presParOf" srcId="{990B61C4-DAE1-C64E-9786-E18CA020145D}" destId="{018B43E5-B185-2F4E-A403-CB3B4A134A92}" srcOrd="1" destOrd="0" presId="urn:microsoft.com/office/officeart/2005/8/layout/process4"/>
    <dgm:cxn modelId="{3D2C3C51-1F40-1F4B-97F5-29A2377EE1CC}" type="presParOf" srcId="{990B61C4-DAE1-C64E-9786-E18CA020145D}" destId="{6EC02AFA-AF41-AC47-B2F9-C1F33C334057}" srcOrd="2" destOrd="0" presId="urn:microsoft.com/office/officeart/2005/8/layout/process4"/>
    <dgm:cxn modelId="{1482948A-2D08-C144-A354-19F16FE11AF0}" type="presParOf" srcId="{6EC02AFA-AF41-AC47-B2F9-C1F33C334057}" destId="{147EB748-3F0A-3249-9135-AD9DB67AC052}" srcOrd="0" destOrd="0" presId="urn:microsoft.com/office/officeart/2005/8/layout/process4"/>
    <dgm:cxn modelId="{7AD521FA-7874-1E4A-A3C0-C7F7FF31B434}" type="presParOf" srcId="{25E99C68-B35C-E744-8055-844B2B4D5942}" destId="{002082D6-4C93-F149-B432-F0BF20C43CD0}" srcOrd="1" destOrd="0" presId="urn:microsoft.com/office/officeart/2005/8/layout/process4"/>
    <dgm:cxn modelId="{F2C70767-8589-3849-9476-3DAE329866D0}" type="presParOf" srcId="{25E99C68-B35C-E744-8055-844B2B4D5942}" destId="{34549EAB-C396-0C42-A27E-4832DF8E39E4}" srcOrd="2" destOrd="0" presId="urn:microsoft.com/office/officeart/2005/8/layout/process4"/>
    <dgm:cxn modelId="{85DBC97A-F9B9-F24D-9A57-846456F0D56F}" type="presParOf" srcId="{34549EAB-C396-0C42-A27E-4832DF8E39E4}" destId="{12C7D4A6-CE1C-594B-981B-86DE4E245C49}" srcOrd="0" destOrd="0" presId="urn:microsoft.com/office/officeart/2005/8/layout/process4"/>
    <dgm:cxn modelId="{6451D629-D3BA-994E-AB8B-76FC3FA735D1}" type="presParOf" srcId="{34549EAB-C396-0C42-A27E-4832DF8E39E4}" destId="{FC386AA9-0A5A-9D48-B74F-01BC913E1857}" srcOrd="1" destOrd="0" presId="urn:microsoft.com/office/officeart/2005/8/layout/process4"/>
    <dgm:cxn modelId="{02B9ED50-3C60-2043-ADC6-4D0A2874F2EE}" type="presParOf" srcId="{34549EAB-C396-0C42-A27E-4832DF8E39E4}" destId="{8195D72D-20E9-A94D-9D17-533B6D2419D0}" srcOrd="2" destOrd="0" presId="urn:microsoft.com/office/officeart/2005/8/layout/process4"/>
    <dgm:cxn modelId="{A612527B-BD73-0347-9712-A3ED39C109B0}" type="presParOf" srcId="{8195D72D-20E9-A94D-9D17-533B6D2419D0}" destId="{154EBF05-AE4A-5840-AA93-E941F4CDA04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F1D357-A133-F54E-BE2D-8C6C3ABDD65B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38030AE-C960-4348-A680-A9E82C4824EF}">
      <dgm:prSet phldrT="[Texte]"/>
      <dgm:spPr/>
      <dgm:t>
        <a:bodyPr/>
        <a:lstStyle/>
        <a:p>
          <a:r>
            <a:rPr lang="fr-FR" dirty="0"/>
            <a:t>Colis non distribué au client</a:t>
          </a:r>
        </a:p>
      </dgm:t>
    </dgm:pt>
    <dgm:pt modelId="{EE84204E-D60B-0F48-8F6C-275793E48928}" type="parTrans" cxnId="{EB9F1D9E-9E42-014B-9AD3-4E447CEFEC01}">
      <dgm:prSet/>
      <dgm:spPr/>
      <dgm:t>
        <a:bodyPr/>
        <a:lstStyle/>
        <a:p>
          <a:endParaRPr lang="fr-FR"/>
        </a:p>
      </dgm:t>
    </dgm:pt>
    <dgm:pt modelId="{DF84153B-A670-1A4D-88D1-7548149886E4}" type="sibTrans" cxnId="{EB9F1D9E-9E42-014B-9AD3-4E447CEFEC01}">
      <dgm:prSet/>
      <dgm:spPr/>
      <dgm:t>
        <a:bodyPr/>
        <a:lstStyle/>
        <a:p>
          <a:endParaRPr lang="fr-FR"/>
        </a:p>
      </dgm:t>
    </dgm:pt>
    <dgm:pt modelId="{0C454080-0B7F-0847-B105-D1FFD726E761}">
      <dgm:prSet phldrT="[Texte]" custT="1"/>
      <dgm:spPr/>
      <dgm:t>
        <a:bodyPr/>
        <a:lstStyle/>
        <a:p>
          <a:r>
            <a:rPr lang="fr-FR" sz="3200" dirty="0"/>
            <a:t>1 469 colis – 193 095€ </a:t>
          </a:r>
        </a:p>
      </dgm:t>
    </dgm:pt>
    <dgm:pt modelId="{1D26F839-34D0-7042-8B8D-00F21DEECD90}" type="parTrans" cxnId="{637166D0-48D6-D140-8E04-34C951341946}">
      <dgm:prSet/>
      <dgm:spPr/>
      <dgm:t>
        <a:bodyPr/>
        <a:lstStyle/>
        <a:p>
          <a:endParaRPr lang="fr-FR"/>
        </a:p>
      </dgm:t>
    </dgm:pt>
    <dgm:pt modelId="{FD51CA95-14EA-3C4A-9D87-4B01FC9D68DE}" type="sibTrans" cxnId="{637166D0-48D6-D140-8E04-34C951341946}">
      <dgm:prSet/>
      <dgm:spPr/>
      <dgm:t>
        <a:bodyPr/>
        <a:lstStyle/>
        <a:p>
          <a:endParaRPr lang="fr-FR"/>
        </a:p>
      </dgm:t>
    </dgm:pt>
    <dgm:pt modelId="{35C7F0FE-ADCA-5848-B7F6-77CE89EB192F}">
      <dgm:prSet phldrT="[Texte]"/>
      <dgm:spPr/>
      <dgm:t>
        <a:bodyPr/>
        <a:lstStyle/>
        <a:p>
          <a:r>
            <a:rPr lang="fr-FR" dirty="0"/>
            <a:t>Relance des transporteurs</a:t>
          </a:r>
        </a:p>
      </dgm:t>
    </dgm:pt>
    <dgm:pt modelId="{9B8416FE-AFD0-6C4C-A7A4-81F594A581C6}" type="parTrans" cxnId="{9AF11082-5A7C-E241-AD00-91F9DB4EA4A3}">
      <dgm:prSet/>
      <dgm:spPr/>
      <dgm:t>
        <a:bodyPr/>
        <a:lstStyle/>
        <a:p>
          <a:endParaRPr lang="fr-FR"/>
        </a:p>
      </dgm:t>
    </dgm:pt>
    <dgm:pt modelId="{FE2147C7-44BC-AD42-BFAC-316DD9B1E8B6}" type="sibTrans" cxnId="{9AF11082-5A7C-E241-AD00-91F9DB4EA4A3}">
      <dgm:prSet/>
      <dgm:spPr/>
      <dgm:t>
        <a:bodyPr/>
        <a:lstStyle/>
        <a:p>
          <a:endParaRPr lang="fr-FR"/>
        </a:p>
      </dgm:t>
    </dgm:pt>
    <dgm:pt modelId="{5F80363F-8CFA-FB4A-97BD-CF94ADEAF4E0}">
      <dgm:prSet phldrT="[Texte]"/>
      <dgm:spPr/>
      <dgm:t>
        <a:bodyPr/>
        <a:lstStyle/>
        <a:p>
          <a:r>
            <a:rPr lang="fr-FR" dirty="0"/>
            <a:t>Relance mail tous les matins + mise en place de KPI hebdomadaire</a:t>
          </a:r>
        </a:p>
      </dgm:t>
    </dgm:pt>
    <dgm:pt modelId="{1F72F31A-2B8A-454E-81DC-7295566F818A}" type="parTrans" cxnId="{4DEB62A3-7E10-C14F-8819-D5BE89E96BC9}">
      <dgm:prSet/>
      <dgm:spPr/>
      <dgm:t>
        <a:bodyPr/>
        <a:lstStyle/>
        <a:p>
          <a:endParaRPr lang="fr-FR"/>
        </a:p>
      </dgm:t>
    </dgm:pt>
    <dgm:pt modelId="{8E0061D4-E438-914D-9C13-9DCC5D1FE1AD}" type="sibTrans" cxnId="{4DEB62A3-7E10-C14F-8819-D5BE89E96BC9}">
      <dgm:prSet/>
      <dgm:spPr/>
      <dgm:t>
        <a:bodyPr/>
        <a:lstStyle/>
        <a:p>
          <a:endParaRPr lang="fr-FR"/>
        </a:p>
      </dgm:t>
    </dgm:pt>
    <dgm:pt modelId="{84778F18-B02B-3744-85B8-5C1ADEA759ED}" type="pres">
      <dgm:prSet presAssocID="{34F1D357-A133-F54E-BE2D-8C6C3ABDD65B}" presName="Name0" presStyleCnt="0">
        <dgm:presLayoutVars>
          <dgm:dir/>
          <dgm:animLvl val="lvl"/>
          <dgm:resizeHandles val="exact"/>
        </dgm:presLayoutVars>
      </dgm:prSet>
      <dgm:spPr/>
    </dgm:pt>
    <dgm:pt modelId="{76AC70F0-0444-FA4A-9E8F-5F3E0C93A068}" type="pres">
      <dgm:prSet presAssocID="{35C7F0FE-ADCA-5848-B7F6-77CE89EB192F}" presName="boxAndChildren" presStyleCnt="0"/>
      <dgm:spPr/>
    </dgm:pt>
    <dgm:pt modelId="{107DCB16-2933-E741-ADB7-0DCD41039369}" type="pres">
      <dgm:prSet presAssocID="{35C7F0FE-ADCA-5848-B7F6-77CE89EB192F}" presName="parentTextBox" presStyleLbl="node1" presStyleIdx="0" presStyleCnt="2"/>
      <dgm:spPr/>
    </dgm:pt>
    <dgm:pt modelId="{A15273EB-335A-7547-89FE-1212E354762E}" type="pres">
      <dgm:prSet presAssocID="{35C7F0FE-ADCA-5848-B7F6-77CE89EB192F}" presName="entireBox" presStyleLbl="node1" presStyleIdx="0" presStyleCnt="2"/>
      <dgm:spPr/>
    </dgm:pt>
    <dgm:pt modelId="{3685E145-2677-4C48-9B03-F42422674833}" type="pres">
      <dgm:prSet presAssocID="{35C7F0FE-ADCA-5848-B7F6-77CE89EB192F}" presName="descendantBox" presStyleCnt="0"/>
      <dgm:spPr/>
    </dgm:pt>
    <dgm:pt modelId="{F1E37CC3-B413-4940-A454-EAD11FE8A7DC}" type="pres">
      <dgm:prSet presAssocID="{5F80363F-8CFA-FB4A-97BD-CF94ADEAF4E0}" presName="childTextBox" presStyleLbl="fgAccFollowNode1" presStyleIdx="0" presStyleCnt="2">
        <dgm:presLayoutVars>
          <dgm:bulletEnabled val="1"/>
        </dgm:presLayoutVars>
      </dgm:prSet>
      <dgm:spPr/>
    </dgm:pt>
    <dgm:pt modelId="{CE47C8FD-957A-EC43-B710-3B254E9E14CE}" type="pres">
      <dgm:prSet presAssocID="{DF84153B-A670-1A4D-88D1-7548149886E4}" presName="sp" presStyleCnt="0"/>
      <dgm:spPr/>
    </dgm:pt>
    <dgm:pt modelId="{04637B20-82DC-444E-B151-15E0CE8AFA49}" type="pres">
      <dgm:prSet presAssocID="{238030AE-C960-4348-A680-A9E82C4824EF}" presName="arrowAndChildren" presStyleCnt="0"/>
      <dgm:spPr/>
    </dgm:pt>
    <dgm:pt modelId="{0ACFEC9F-4361-4644-A38F-84615073E4E8}" type="pres">
      <dgm:prSet presAssocID="{238030AE-C960-4348-A680-A9E82C4824EF}" presName="parentTextArrow" presStyleLbl="node1" presStyleIdx="0" presStyleCnt="2"/>
      <dgm:spPr/>
    </dgm:pt>
    <dgm:pt modelId="{C3B1CA5C-0096-9046-B02C-761E55B5F4E6}" type="pres">
      <dgm:prSet presAssocID="{238030AE-C960-4348-A680-A9E82C4824EF}" presName="arrow" presStyleLbl="node1" presStyleIdx="1" presStyleCnt="2"/>
      <dgm:spPr/>
    </dgm:pt>
    <dgm:pt modelId="{5B1A1EC1-5961-ED4D-8BC7-9BC30B52092A}" type="pres">
      <dgm:prSet presAssocID="{238030AE-C960-4348-A680-A9E82C4824EF}" presName="descendantArrow" presStyleCnt="0"/>
      <dgm:spPr/>
    </dgm:pt>
    <dgm:pt modelId="{E4152DAB-2284-AF44-AB8B-40B1124B8C46}" type="pres">
      <dgm:prSet presAssocID="{0C454080-0B7F-0847-B105-D1FFD726E761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4F75E02C-25FD-B140-B25B-619232505D8F}" type="presOf" srcId="{5F80363F-8CFA-FB4A-97BD-CF94ADEAF4E0}" destId="{F1E37CC3-B413-4940-A454-EAD11FE8A7DC}" srcOrd="0" destOrd="0" presId="urn:microsoft.com/office/officeart/2005/8/layout/process4"/>
    <dgm:cxn modelId="{6A3E7040-23B2-C14B-8AF2-4EEA8801943B}" type="presOf" srcId="{238030AE-C960-4348-A680-A9E82C4824EF}" destId="{0ACFEC9F-4361-4644-A38F-84615073E4E8}" srcOrd="0" destOrd="0" presId="urn:microsoft.com/office/officeart/2005/8/layout/process4"/>
    <dgm:cxn modelId="{D5620D73-2E29-B547-A374-E6ED5495C027}" type="presOf" srcId="{0C454080-0B7F-0847-B105-D1FFD726E761}" destId="{E4152DAB-2284-AF44-AB8B-40B1124B8C46}" srcOrd="0" destOrd="0" presId="urn:microsoft.com/office/officeart/2005/8/layout/process4"/>
    <dgm:cxn modelId="{9AF11082-5A7C-E241-AD00-91F9DB4EA4A3}" srcId="{34F1D357-A133-F54E-BE2D-8C6C3ABDD65B}" destId="{35C7F0FE-ADCA-5848-B7F6-77CE89EB192F}" srcOrd="1" destOrd="0" parTransId="{9B8416FE-AFD0-6C4C-A7A4-81F594A581C6}" sibTransId="{FE2147C7-44BC-AD42-BFAC-316DD9B1E8B6}"/>
    <dgm:cxn modelId="{5789B990-CA1A-174C-8A73-E0ED8757AF3E}" type="presOf" srcId="{35C7F0FE-ADCA-5848-B7F6-77CE89EB192F}" destId="{A15273EB-335A-7547-89FE-1212E354762E}" srcOrd="1" destOrd="0" presId="urn:microsoft.com/office/officeart/2005/8/layout/process4"/>
    <dgm:cxn modelId="{EB9F1D9E-9E42-014B-9AD3-4E447CEFEC01}" srcId="{34F1D357-A133-F54E-BE2D-8C6C3ABDD65B}" destId="{238030AE-C960-4348-A680-A9E82C4824EF}" srcOrd="0" destOrd="0" parTransId="{EE84204E-D60B-0F48-8F6C-275793E48928}" sibTransId="{DF84153B-A670-1A4D-88D1-7548149886E4}"/>
    <dgm:cxn modelId="{4DEB62A3-7E10-C14F-8819-D5BE89E96BC9}" srcId="{35C7F0FE-ADCA-5848-B7F6-77CE89EB192F}" destId="{5F80363F-8CFA-FB4A-97BD-CF94ADEAF4E0}" srcOrd="0" destOrd="0" parTransId="{1F72F31A-2B8A-454E-81DC-7295566F818A}" sibTransId="{8E0061D4-E438-914D-9C13-9DCC5D1FE1AD}"/>
    <dgm:cxn modelId="{637166D0-48D6-D140-8E04-34C951341946}" srcId="{238030AE-C960-4348-A680-A9E82C4824EF}" destId="{0C454080-0B7F-0847-B105-D1FFD726E761}" srcOrd="0" destOrd="0" parTransId="{1D26F839-34D0-7042-8B8D-00F21DEECD90}" sibTransId="{FD51CA95-14EA-3C4A-9D87-4B01FC9D68DE}"/>
    <dgm:cxn modelId="{E5ADE3D4-279A-9843-B76E-773347E7AC27}" type="presOf" srcId="{35C7F0FE-ADCA-5848-B7F6-77CE89EB192F}" destId="{107DCB16-2933-E741-ADB7-0DCD41039369}" srcOrd="0" destOrd="0" presId="urn:microsoft.com/office/officeart/2005/8/layout/process4"/>
    <dgm:cxn modelId="{0D0A52DD-416D-CD4A-B382-ACDBF621F2CA}" type="presOf" srcId="{238030AE-C960-4348-A680-A9E82C4824EF}" destId="{C3B1CA5C-0096-9046-B02C-761E55B5F4E6}" srcOrd="1" destOrd="0" presId="urn:microsoft.com/office/officeart/2005/8/layout/process4"/>
    <dgm:cxn modelId="{1E2B17E0-6346-1044-BFD6-B8AA5EE7563B}" type="presOf" srcId="{34F1D357-A133-F54E-BE2D-8C6C3ABDD65B}" destId="{84778F18-B02B-3744-85B8-5C1ADEA759ED}" srcOrd="0" destOrd="0" presId="urn:microsoft.com/office/officeart/2005/8/layout/process4"/>
    <dgm:cxn modelId="{30707390-D173-234E-8EC8-643AE3013CEB}" type="presParOf" srcId="{84778F18-B02B-3744-85B8-5C1ADEA759ED}" destId="{76AC70F0-0444-FA4A-9E8F-5F3E0C93A068}" srcOrd="0" destOrd="0" presId="urn:microsoft.com/office/officeart/2005/8/layout/process4"/>
    <dgm:cxn modelId="{A63700D7-C205-C44C-AF49-AB93407C8BBF}" type="presParOf" srcId="{76AC70F0-0444-FA4A-9E8F-5F3E0C93A068}" destId="{107DCB16-2933-E741-ADB7-0DCD41039369}" srcOrd="0" destOrd="0" presId="urn:microsoft.com/office/officeart/2005/8/layout/process4"/>
    <dgm:cxn modelId="{D205A93A-D4EA-8842-8EF7-3976DA4D5D4B}" type="presParOf" srcId="{76AC70F0-0444-FA4A-9E8F-5F3E0C93A068}" destId="{A15273EB-335A-7547-89FE-1212E354762E}" srcOrd="1" destOrd="0" presId="urn:microsoft.com/office/officeart/2005/8/layout/process4"/>
    <dgm:cxn modelId="{68A7D890-0D44-274B-B5E5-AA6A230AD9FF}" type="presParOf" srcId="{76AC70F0-0444-FA4A-9E8F-5F3E0C93A068}" destId="{3685E145-2677-4C48-9B03-F42422674833}" srcOrd="2" destOrd="0" presId="urn:microsoft.com/office/officeart/2005/8/layout/process4"/>
    <dgm:cxn modelId="{7280A8B2-4ED7-504B-A8BB-D7E13D2B45CD}" type="presParOf" srcId="{3685E145-2677-4C48-9B03-F42422674833}" destId="{F1E37CC3-B413-4940-A454-EAD11FE8A7DC}" srcOrd="0" destOrd="0" presId="urn:microsoft.com/office/officeart/2005/8/layout/process4"/>
    <dgm:cxn modelId="{291810D6-47FC-2E49-A31E-F7B70DD6D1A9}" type="presParOf" srcId="{84778F18-B02B-3744-85B8-5C1ADEA759ED}" destId="{CE47C8FD-957A-EC43-B710-3B254E9E14CE}" srcOrd="1" destOrd="0" presId="urn:microsoft.com/office/officeart/2005/8/layout/process4"/>
    <dgm:cxn modelId="{540D111B-768D-DE4E-B9B0-5670CF9E9766}" type="presParOf" srcId="{84778F18-B02B-3744-85B8-5C1ADEA759ED}" destId="{04637B20-82DC-444E-B151-15E0CE8AFA49}" srcOrd="2" destOrd="0" presId="urn:microsoft.com/office/officeart/2005/8/layout/process4"/>
    <dgm:cxn modelId="{93476164-39CB-454E-9B8B-2098C9BC138C}" type="presParOf" srcId="{04637B20-82DC-444E-B151-15E0CE8AFA49}" destId="{0ACFEC9F-4361-4644-A38F-84615073E4E8}" srcOrd="0" destOrd="0" presId="urn:microsoft.com/office/officeart/2005/8/layout/process4"/>
    <dgm:cxn modelId="{DF416A87-D2FE-0545-B8A8-E4E15AC2DE85}" type="presParOf" srcId="{04637B20-82DC-444E-B151-15E0CE8AFA49}" destId="{C3B1CA5C-0096-9046-B02C-761E55B5F4E6}" srcOrd="1" destOrd="0" presId="urn:microsoft.com/office/officeart/2005/8/layout/process4"/>
    <dgm:cxn modelId="{9DBF2A7F-A12E-C742-9507-C8676A0260DB}" type="presParOf" srcId="{04637B20-82DC-444E-B151-15E0CE8AFA49}" destId="{5B1A1EC1-5961-ED4D-8BC7-9BC30B52092A}" srcOrd="2" destOrd="0" presId="urn:microsoft.com/office/officeart/2005/8/layout/process4"/>
    <dgm:cxn modelId="{65AFDC30-9BF1-8646-B769-59428CDB441D}" type="presParOf" srcId="{5B1A1EC1-5961-ED4D-8BC7-9BC30B52092A}" destId="{E4152DAB-2284-AF44-AB8B-40B1124B8C4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F1D357-A133-F54E-BE2D-8C6C3ABDD65B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38030AE-C960-4348-A680-A9E82C4824EF}">
      <dgm:prSet phldrT="[Texte]"/>
      <dgm:spPr/>
      <dgm:t>
        <a:bodyPr/>
        <a:lstStyle/>
        <a:p>
          <a:r>
            <a:rPr lang="fr-FR" dirty="0"/>
            <a:t>Colis non livré au client – retour détérioré</a:t>
          </a:r>
        </a:p>
      </dgm:t>
    </dgm:pt>
    <dgm:pt modelId="{EE84204E-D60B-0F48-8F6C-275793E48928}" type="parTrans" cxnId="{EB9F1D9E-9E42-014B-9AD3-4E447CEFEC01}">
      <dgm:prSet/>
      <dgm:spPr/>
      <dgm:t>
        <a:bodyPr/>
        <a:lstStyle/>
        <a:p>
          <a:endParaRPr lang="fr-FR"/>
        </a:p>
      </dgm:t>
    </dgm:pt>
    <dgm:pt modelId="{DF84153B-A670-1A4D-88D1-7548149886E4}" type="sibTrans" cxnId="{EB9F1D9E-9E42-014B-9AD3-4E447CEFEC01}">
      <dgm:prSet/>
      <dgm:spPr/>
      <dgm:t>
        <a:bodyPr/>
        <a:lstStyle/>
        <a:p>
          <a:endParaRPr lang="fr-FR"/>
        </a:p>
      </dgm:t>
    </dgm:pt>
    <dgm:pt modelId="{0C454080-0B7F-0847-B105-D1FFD726E761}">
      <dgm:prSet phldrT="[Texte]" custT="1"/>
      <dgm:spPr/>
      <dgm:t>
        <a:bodyPr/>
        <a:lstStyle/>
        <a:p>
          <a:r>
            <a:rPr lang="fr-FR" sz="3200" dirty="0"/>
            <a:t>314 colis – 58 929€ </a:t>
          </a:r>
        </a:p>
      </dgm:t>
    </dgm:pt>
    <dgm:pt modelId="{1D26F839-34D0-7042-8B8D-00F21DEECD90}" type="parTrans" cxnId="{637166D0-48D6-D140-8E04-34C951341946}">
      <dgm:prSet/>
      <dgm:spPr/>
      <dgm:t>
        <a:bodyPr/>
        <a:lstStyle/>
        <a:p>
          <a:endParaRPr lang="fr-FR"/>
        </a:p>
      </dgm:t>
    </dgm:pt>
    <dgm:pt modelId="{FD51CA95-14EA-3C4A-9D87-4B01FC9D68DE}" type="sibTrans" cxnId="{637166D0-48D6-D140-8E04-34C951341946}">
      <dgm:prSet/>
      <dgm:spPr/>
      <dgm:t>
        <a:bodyPr/>
        <a:lstStyle/>
        <a:p>
          <a:endParaRPr lang="fr-FR"/>
        </a:p>
      </dgm:t>
    </dgm:pt>
    <dgm:pt modelId="{35C7F0FE-ADCA-5848-B7F6-77CE89EB192F}">
      <dgm:prSet phldrT="[Texte]" custT="1"/>
      <dgm:spPr/>
      <dgm:t>
        <a:bodyPr/>
        <a:lstStyle/>
        <a:p>
          <a:r>
            <a:rPr lang="fr-FR" sz="3200" dirty="0"/>
            <a:t>Transporteurs</a:t>
          </a:r>
        </a:p>
      </dgm:t>
    </dgm:pt>
    <dgm:pt modelId="{9B8416FE-AFD0-6C4C-A7A4-81F594A581C6}" type="parTrans" cxnId="{9AF11082-5A7C-E241-AD00-91F9DB4EA4A3}">
      <dgm:prSet/>
      <dgm:spPr/>
      <dgm:t>
        <a:bodyPr/>
        <a:lstStyle/>
        <a:p>
          <a:endParaRPr lang="fr-FR"/>
        </a:p>
      </dgm:t>
    </dgm:pt>
    <dgm:pt modelId="{FE2147C7-44BC-AD42-BFAC-316DD9B1E8B6}" type="sibTrans" cxnId="{9AF11082-5A7C-E241-AD00-91F9DB4EA4A3}">
      <dgm:prSet/>
      <dgm:spPr/>
      <dgm:t>
        <a:bodyPr/>
        <a:lstStyle/>
        <a:p>
          <a:endParaRPr lang="fr-FR"/>
        </a:p>
      </dgm:t>
    </dgm:pt>
    <dgm:pt modelId="{5F80363F-8CFA-FB4A-97BD-CF94ADEAF4E0}">
      <dgm:prSet phldrT="[Texte]" custT="1"/>
      <dgm:spPr/>
      <dgm:t>
        <a:bodyPr/>
        <a:lstStyle/>
        <a:p>
          <a:r>
            <a:rPr lang="fr-FR" sz="2400" dirty="0"/>
            <a:t>Mise en place de pénalité</a:t>
          </a:r>
        </a:p>
      </dgm:t>
    </dgm:pt>
    <dgm:pt modelId="{1F72F31A-2B8A-454E-81DC-7295566F818A}" type="parTrans" cxnId="{4DEB62A3-7E10-C14F-8819-D5BE89E96BC9}">
      <dgm:prSet/>
      <dgm:spPr/>
      <dgm:t>
        <a:bodyPr/>
        <a:lstStyle/>
        <a:p>
          <a:endParaRPr lang="fr-FR"/>
        </a:p>
      </dgm:t>
    </dgm:pt>
    <dgm:pt modelId="{8E0061D4-E438-914D-9C13-9DCC5D1FE1AD}" type="sibTrans" cxnId="{4DEB62A3-7E10-C14F-8819-D5BE89E96BC9}">
      <dgm:prSet/>
      <dgm:spPr/>
      <dgm:t>
        <a:bodyPr/>
        <a:lstStyle/>
        <a:p>
          <a:endParaRPr lang="fr-FR"/>
        </a:p>
      </dgm:t>
    </dgm:pt>
    <dgm:pt modelId="{56E49B6C-AD4E-104F-92F5-30871EA9AF8B}" type="pres">
      <dgm:prSet presAssocID="{34F1D357-A133-F54E-BE2D-8C6C3ABDD65B}" presName="Name0" presStyleCnt="0">
        <dgm:presLayoutVars>
          <dgm:dir/>
          <dgm:animLvl val="lvl"/>
          <dgm:resizeHandles val="exact"/>
        </dgm:presLayoutVars>
      </dgm:prSet>
      <dgm:spPr/>
    </dgm:pt>
    <dgm:pt modelId="{E4DD8BF2-0C37-AB4A-9C0D-2344F3E1F80E}" type="pres">
      <dgm:prSet presAssocID="{35C7F0FE-ADCA-5848-B7F6-77CE89EB192F}" presName="boxAndChildren" presStyleCnt="0"/>
      <dgm:spPr/>
    </dgm:pt>
    <dgm:pt modelId="{C040ECC8-69D8-0249-A9BB-B7D880F74F0B}" type="pres">
      <dgm:prSet presAssocID="{35C7F0FE-ADCA-5848-B7F6-77CE89EB192F}" presName="parentTextBox" presStyleLbl="node1" presStyleIdx="0" presStyleCnt="2"/>
      <dgm:spPr/>
    </dgm:pt>
    <dgm:pt modelId="{9CF3AD00-3517-1748-8481-18161E57212C}" type="pres">
      <dgm:prSet presAssocID="{35C7F0FE-ADCA-5848-B7F6-77CE89EB192F}" presName="entireBox" presStyleLbl="node1" presStyleIdx="0" presStyleCnt="2"/>
      <dgm:spPr/>
    </dgm:pt>
    <dgm:pt modelId="{218A0244-008F-5E45-AA69-861684F63809}" type="pres">
      <dgm:prSet presAssocID="{35C7F0FE-ADCA-5848-B7F6-77CE89EB192F}" presName="descendantBox" presStyleCnt="0"/>
      <dgm:spPr/>
    </dgm:pt>
    <dgm:pt modelId="{184A895B-E62B-3541-A2CF-15D80211AE65}" type="pres">
      <dgm:prSet presAssocID="{5F80363F-8CFA-FB4A-97BD-CF94ADEAF4E0}" presName="childTextBox" presStyleLbl="fgAccFollowNode1" presStyleIdx="0" presStyleCnt="2">
        <dgm:presLayoutVars>
          <dgm:bulletEnabled val="1"/>
        </dgm:presLayoutVars>
      </dgm:prSet>
      <dgm:spPr/>
    </dgm:pt>
    <dgm:pt modelId="{1CF872DA-D143-074B-A9B4-912AB5147E77}" type="pres">
      <dgm:prSet presAssocID="{DF84153B-A670-1A4D-88D1-7548149886E4}" presName="sp" presStyleCnt="0"/>
      <dgm:spPr/>
    </dgm:pt>
    <dgm:pt modelId="{C6D55B3F-A505-6A4E-B638-9BE778C8F2E2}" type="pres">
      <dgm:prSet presAssocID="{238030AE-C960-4348-A680-A9E82C4824EF}" presName="arrowAndChildren" presStyleCnt="0"/>
      <dgm:spPr/>
    </dgm:pt>
    <dgm:pt modelId="{11956D4E-7553-724F-8560-60E3BAB44A09}" type="pres">
      <dgm:prSet presAssocID="{238030AE-C960-4348-A680-A9E82C4824EF}" presName="parentTextArrow" presStyleLbl="node1" presStyleIdx="0" presStyleCnt="2"/>
      <dgm:spPr/>
    </dgm:pt>
    <dgm:pt modelId="{7AD49C6F-D9E7-5E45-8E52-D39F58429143}" type="pres">
      <dgm:prSet presAssocID="{238030AE-C960-4348-A680-A9E82C4824EF}" presName="arrow" presStyleLbl="node1" presStyleIdx="1" presStyleCnt="2"/>
      <dgm:spPr/>
    </dgm:pt>
    <dgm:pt modelId="{DE5A8C3B-BCB0-CA44-ABA1-E7A68EF4DC69}" type="pres">
      <dgm:prSet presAssocID="{238030AE-C960-4348-A680-A9E82C4824EF}" presName="descendantArrow" presStyleCnt="0"/>
      <dgm:spPr/>
    </dgm:pt>
    <dgm:pt modelId="{D350A738-E297-E54C-8A94-C745EB36D2E8}" type="pres">
      <dgm:prSet presAssocID="{0C454080-0B7F-0847-B105-D1FFD726E761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7376EC07-2D11-E44A-8B09-B90018C092F5}" type="presOf" srcId="{34F1D357-A133-F54E-BE2D-8C6C3ABDD65B}" destId="{56E49B6C-AD4E-104F-92F5-30871EA9AF8B}" srcOrd="0" destOrd="0" presId="urn:microsoft.com/office/officeart/2005/8/layout/process4"/>
    <dgm:cxn modelId="{2630630D-5BBE-D543-B15E-017DFC06E06A}" type="presOf" srcId="{238030AE-C960-4348-A680-A9E82C4824EF}" destId="{7AD49C6F-D9E7-5E45-8E52-D39F58429143}" srcOrd="1" destOrd="0" presId="urn:microsoft.com/office/officeart/2005/8/layout/process4"/>
    <dgm:cxn modelId="{9AF11082-5A7C-E241-AD00-91F9DB4EA4A3}" srcId="{34F1D357-A133-F54E-BE2D-8C6C3ABDD65B}" destId="{35C7F0FE-ADCA-5848-B7F6-77CE89EB192F}" srcOrd="1" destOrd="0" parTransId="{9B8416FE-AFD0-6C4C-A7A4-81F594A581C6}" sibTransId="{FE2147C7-44BC-AD42-BFAC-316DD9B1E8B6}"/>
    <dgm:cxn modelId="{EB9F1D9E-9E42-014B-9AD3-4E447CEFEC01}" srcId="{34F1D357-A133-F54E-BE2D-8C6C3ABDD65B}" destId="{238030AE-C960-4348-A680-A9E82C4824EF}" srcOrd="0" destOrd="0" parTransId="{EE84204E-D60B-0F48-8F6C-275793E48928}" sibTransId="{DF84153B-A670-1A4D-88D1-7548149886E4}"/>
    <dgm:cxn modelId="{4DEB62A3-7E10-C14F-8819-D5BE89E96BC9}" srcId="{35C7F0FE-ADCA-5848-B7F6-77CE89EB192F}" destId="{5F80363F-8CFA-FB4A-97BD-CF94ADEAF4E0}" srcOrd="0" destOrd="0" parTransId="{1F72F31A-2B8A-454E-81DC-7295566F818A}" sibTransId="{8E0061D4-E438-914D-9C13-9DCC5D1FE1AD}"/>
    <dgm:cxn modelId="{9BF03DA5-1678-B64D-B560-621B578BB08F}" type="presOf" srcId="{35C7F0FE-ADCA-5848-B7F6-77CE89EB192F}" destId="{9CF3AD00-3517-1748-8481-18161E57212C}" srcOrd="1" destOrd="0" presId="urn:microsoft.com/office/officeart/2005/8/layout/process4"/>
    <dgm:cxn modelId="{F45FB8BE-25D3-CE48-9BC3-2AC6E80D6C93}" type="presOf" srcId="{5F80363F-8CFA-FB4A-97BD-CF94ADEAF4E0}" destId="{184A895B-E62B-3541-A2CF-15D80211AE65}" srcOrd="0" destOrd="0" presId="urn:microsoft.com/office/officeart/2005/8/layout/process4"/>
    <dgm:cxn modelId="{637166D0-48D6-D140-8E04-34C951341946}" srcId="{238030AE-C960-4348-A680-A9E82C4824EF}" destId="{0C454080-0B7F-0847-B105-D1FFD726E761}" srcOrd="0" destOrd="0" parTransId="{1D26F839-34D0-7042-8B8D-00F21DEECD90}" sibTransId="{FD51CA95-14EA-3C4A-9D87-4B01FC9D68DE}"/>
    <dgm:cxn modelId="{A47AB8D0-8F34-114E-BA3C-2394A3B39B94}" type="presOf" srcId="{238030AE-C960-4348-A680-A9E82C4824EF}" destId="{11956D4E-7553-724F-8560-60E3BAB44A09}" srcOrd="0" destOrd="0" presId="urn:microsoft.com/office/officeart/2005/8/layout/process4"/>
    <dgm:cxn modelId="{C2F97CDD-2C6B-8E4D-9139-EA2551E22B22}" type="presOf" srcId="{0C454080-0B7F-0847-B105-D1FFD726E761}" destId="{D350A738-E297-E54C-8A94-C745EB36D2E8}" srcOrd="0" destOrd="0" presId="urn:microsoft.com/office/officeart/2005/8/layout/process4"/>
    <dgm:cxn modelId="{5EC4D2F7-9372-F749-A182-FDD0F048E33A}" type="presOf" srcId="{35C7F0FE-ADCA-5848-B7F6-77CE89EB192F}" destId="{C040ECC8-69D8-0249-A9BB-B7D880F74F0B}" srcOrd="0" destOrd="0" presId="urn:microsoft.com/office/officeart/2005/8/layout/process4"/>
    <dgm:cxn modelId="{581AF61A-05FE-A94E-83D0-190FC8E3DDF7}" type="presParOf" srcId="{56E49B6C-AD4E-104F-92F5-30871EA9AF8B}" destId="{E4DD8BF2-0C37-AB4A-9C0D-2344F3E1F80E}" srcOrd="0" destOrd="0" presId="urn:microsoft.com/office/officeart/2005/8/layout/process4"/>
    <dgm:cxn modelId="{ED65ECD2-71E3-3C4F-8C2F-6EE683BA3BA3}" type="presParOf" srcId="{E4DD8BF2-0C37-AB4A-9C0D-2344F3E1F80E}" destId="{C040ECC8-69D8-0249-A9BB-B7D880F74F0B}" srcOrd="0" destOrd="0" presId="urn:microsoft.com/office/officeart/2005/8/layout/process4"/>
    <dgm:cxn modelId="{A2289627-7949-EF4F-90FD-E8F8A3C06DB7}" type="presParOf" srcId="{E4DD8BF2-0C37-AB4A-9C0D-2344F3E1F80E}" destId="{9CF3AD00-3517-1748-8481-18161E57212C}" srcOrd="1" destOrd="0" presId="urn:microsoft.com/office/officeart/2005/8/layout/process4"/>
    <dgm:cxn modelId="{6B530332-8CCE-A643-9812-7397BB9FDB2B}" type="presParOf" srcId="{E4DD8BF2-0C37-AB4A-9C0D-2344F3E1F80E}" destId="{218A0244-008F-5E45-AA69-861684F63809}" srcOrd="2" destOrd="0" presId="urn:microsoft.com/office/officeart/2005/8/layout/process4"/>
    <dgm:cxn modelId="{536075B3-2A35-3C4B-A387-2C310D54B14D}" type="presParOf" srcId="{218A0244-008F-5E45-AA69-861684F63809}" destId="{184A895B-E62B-3541-A2CF-15D80211AE65}" srcOrd="0" destOrd="0" presId="urn:microsoft.com/office/officeart/2005/8/layout/process4"/>
    <dgm:cxn modelId="{040223A4-C6CD-484E-B181-81A6CB36098C}" type="presParOf" srcId="{56E49B6C-AD4E-104F-92F5-30871EA9AF8B}" destId="{1CF872DA-D143-074B-A9B4-912AB5147E77}" srcOrd="1" destOrd="0" presId="urn:microsoft.com/office/officeart/2005/8/layout/process4"/>
    <dgm:cxn modelId="{5823EE18-FAEE-394E-8958-411A8E54543D}" type="presParOf" srcId="{56E49B6C-AD4E-104F-92F5-30871EA9AF8B}" destId="{C6D55B3F-A505-6A4E-B638-9BE778C8F2E2}" srcOrd="2" destOrd="0" presId="urn:microsoft.com/office/officeart/2005/8/layout/process4"/>
    <dgm:cxn modelId="{5CDFAE92-E5AC-8746-8464-439B8EFE7C56}" type="presParOf" srcId="{C6D55B3F-A505-6A4E-B638-9BE778C8F2E2}" destId="{11956D4E-7553-724F-8560-60E3BAB44A09}" srcOrd="0" destOrd="0" presId="urn:microsoft.com/office/officeart/2005/8/layout/process4"/>
    <dgm:cxn modelId="{437352AB-5104-B347-A078-12ADB6D80592}" type="presParOf" srcId="{C6D55B3F-A505-6A4E-B638-9BE778C8F2E2}" destId="{7AD49C6F-D9E7-5E45-8E52-D39F58429143}" srcOrd="1" destOrd="0" presId="urn:microsoft.com/office/officeart/2005/8/layout/process4"/>
    <dgm:cxn modelId="{E5621616-C791-6E42-AD1F-6EE69BC9CE46}" type="presParOf" srcId="{C6D55B3F-A505-6A4E-B638-9BE778C8F2E2}" destId="{DE5A8C3B-BCB0-CA44-ABA1-E7A68EF4DC69}" srcOrd="2" destOrd="0" presId="urn:microsoft.com/office/officeart/2005/8/layout/process4"/>
    <dgm:cxn modelId="{8B344E56-E54A-8B4F-9A88-A89599DAAE2B}" type="presParOf" srcId="{DE5A8C3B-BCB0-CA44-ABA1-E7A68EF4DC69}" destId="{D350A738-E297-E54C-8A94-C745EB36D2E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1F080E-2344-524B-BBEE-E9FE19B3D10B}" type="doc">
      <dgm:prSet loTypeId="urn:microsoft.com/office/officeart/2005/8/layout/process1" loCatId="" qsTypeId="urn:microsoft.com/office/officeart/2005/8/quickstyle/simple3" qsCatId="simple" csTypeId="urn:microsoft.com/office/officeart/2005/8/colors/accent1_2" csCatId="accent1" phldr="1"/>
      <dgm:spPr/>
    </dgm:pt>
    <dgm:pt modelId="{AC36003C-9E0A-7E48-82B3-69BA21AAB060}">
      <dgm:prSet phldrT="[Texte]" custT="1"/>
      <dgm:spPr/>
      <dgm:t>
        <a:bodyPr/>
        <a:lstStyle/>
        <a:p>
          <a:r>
            <a:rPr lang="fr-FR" sz="2800" dirty="0"/>
            <a:t>Produits détériorés</a:t>
          </a:r>
        </a:p>
      </dgm:t>
    </dgm:pt>
    <dgm:pt modelId="{93D1BAF0-123E-5A46-B8DA-A2B0D95381F0}" type="parTrans" cxnId="{9CADDAC5-D590-874D-BCE7-40AA463D9683}">
      <dgm:prSet/>
      <dgm:spPr/>
      <dgm:t>
        <a:bodyPr/>
        <a:lstStyle/>
        <a:p>
          <a:endParaRPr lang="fr-FR"/>
        </a:p>
      </dgm:t>
    </dgm:pt>
    <dgm:pt modelId="{530D1F87-EB27-9546-BD71-D8A593DB10A7}" type="sibTrans" cxnId="{9CADDAC5-D590-874D-BCE7-40AA463D9683}">
      <dgm:prSet/>
      <dgm:spPr/>
      <dgm:t>
        <a:bodyPr/>
        <a:lstStyle/>
        <a:p>
          <a:endParaRPr lang="fr-FR"/>
        </a:p>
      </dgm:t>
    </dgm:pt>
    <dgm:pt modelId="{2CD3A954-5B18-EA41-B80C-DC08459E0780}">
      <dgm:prSet phldrT="[Texte]" custT="1"/>
      <dgm:spPr/>
      <dgm:t>
        <a:bodyPr/>
        <a:lstStyle/>
        <a:p>
          <a:r>
            <a:rPr lang="fr-FR" sz="2800" dirty="0"/>
            <a:t>Création d’un service « seconde vie – reconditionné »</a:t>
          </a:r>
        </a:p>
      </dgm:t>
    </dgm:pt>
    <dgm:pt modelId="{7CE9065B-B447-5A4C-B910-28ED81659C38}" type="parTrans" cxnId="{82235725-880B-ED43-AAB7-A88B2D409B71}">
      <dgm:prSet/>
      <dgm:spPr/>
      <dgm:t>
        <a:bodyPr/>
        <a:lstStyle/>
        <a:p>
          <a:endParaRPr lang="fr-FR"/>
        </a:p>
      </dgm:t>
    </dgm:pt>
    <dgm:pt modelId="{11073C57-2D3F-F149-BADD-DB9AFDA49033}" type="sibTrans" cxnId="{82235725-880B-ED43-AAB7-A88B2D409B71}">
      <dgm:prSet/>
      <dgm:spPr/>
      <dgm:t>
        <a:bodyPr/>
        <a:lstStyle/>
        <a:p>
          <a:endParaRPr lang="fr-FR"/>
        </a:p>
      </dgm:t>
    </dgm:pt>
    <dgm:pt modelId="{5DA1CB2D-C50E-3245-863C-8BDF89217C89}" type="pres">
      <dgm:prSet presAssocID="{791F080E-2344-524B-BBEE-E9FE19B3D10B}" presName="Name0" presStyleCnt="0">
        <dgm:presLayoutVars>
          <dgm:dir/>
          <dgm:resizeHandles val="exact"/>
        </dgm:presLayoutVars>
      </dgm:prSet>
      <dgm:spPr/>
    </dgm:pt>
    <dgm:pt modelId="{D368A4B6-8538-0D46-8DA0-C90D8955C9F4}" type="pres">
      <dgm:prSet presAssocID="{AC36003C-9E0A-7E48-82B3-69BA21AAB060}" presName="node" presStyleLbl="node1" presStyleIdx="0" presStyleCnt="2">
        <dgm:presLayoutVars>
          <dgm:bulletEnabled val="1"/>
        </dgm:presLayoutVars>
      </dgm:prSet>
      <dgm:spPr/>
    </dgm:pt>
    <dgm:pt modelId="{3E215BF0-5777-1B4F-B73B-85BDA3967DF9}" type="pres">
      <dgm:prSet presAssocID="{530D1F87-EB27-9546-BD71-D8A593DB10A7}" presName="sibTrans" presStyleLbl="sibTrans2D1" presStyleIdx="0" presStyleCnt="1"/>
      <dgm:spPr/>
    </dgm:pt>
    <dgm:pt modelId="{A07EFFFF-EFB1-714A-AFDB-AF4DC4BC4B82}" type="pres">
      <dgm:prSet presAssocID="{530D1F87-EB27-9546-BD71-D8A593DB10A7}" presName="connectorText" presStyleLbl="sibTrans2D1" presStyleIdx="0" presStyleCnt="1"/>
      <dgm:spPr/>
    </dgm:pt>
    <dgm:pt modelId="{0E4EE583-3721-494F-877F-B01BA22DC6F5}" type="pres">
      <dgm:prSet presAssocID="{2CD3A954-5B18-EA41-B80C-DC08459E0780}" presName="node" presStyleLbl="node1" presStyleIdx="1" presStyleCnt="2" custScaleX="104780">
        <dgm:presLayoutVars>
          <dgm:bulletEnabled val="1"/>
        </dgm:presLayoutVars>
      </dgm:prSet>
      <dgm:spPr/>
    </dgm:pt>
  </dgm:ptLst>
  <dgm:cxnLst>
    <dgm:cxn modelId="{BB665724-641D-2346-97DD-2E583AD650B1}" type="presOf" srcId="{2CD3A954-5B18-EA41-B80C-DC08459E0780}" destId="{0E4EE583-3721-494F-877F-B01BA22DC6F5}" srcOrd="0" destOrd="0" presId="urn:microsoft.com/office/officeart/2005/8/layout/process1"/>
    <dgm:cxn modelId="{82235725-880B-ED43-AAB7-A88B2D409B71}" srcId="{791F080E-2344-524B-BBEE-E9FE19B3D10B}" destId="{2CD3A954-5B18-EA41-B80C-DC08459E0780}" srcOrd="1" destOrd="0" parTransId="{7CE9065B-B447-5A4C-B910-28ED81659C38}" sibTransId="{11073C57-2D3F-F149-BADD-DB9AFDA49033}"/>
    <dgm:cxn modelId="{D5CE9CA2-ED8C-D64D-A8D9-97A8A1066A8D}" type="presOf" srcId="{530D1F87-EB27-9546-BD71-D8A593DB10A7}" destId="{A07EFFFF-EFB1-714A-AFDB-AF4DC4BC4B82}" srcOrd="1" destOrd="0" presId="urn:microsoft.com/office/officeart/2005/8/layout/process1"/>
    <dgm:cxn modelId="{2B8C72BB-122C-E64A-B0FB-A91BCB7373B4}" type="presOf" srcId="{530D1F87-EB27-9546-BD71-D8A593DB10A7}" destId="{3E215BF0-5777-1B4F-B73B-85BDA3967DF9}" srcOrd="0" destOrd="0" presId="urn:microsoft.com/office/officeart/2005/8/layout/process1"/>
    <dgm:cxn modelId="{E9FBEDBE-2ACD-614A-AC78-605D2766F304}" type="presOf" srcId="{791F080E-2344-524B-BBEE-E9FE19B3D10B}" destId="{5DA1CB2D-C50E-3245-863C-8BDF89217C89}" srcOrd="0" destOrd="0" presId="urn:microsoft.com/office/officeart/2005/8/layout/process1"/>
    <dgm:cxn modelId="{9CADDAC5-D590-874D-BCE7-40AA463D9683}" srcId="{791F080E-2344-524B-BBEE-E9FE19B3D10B}" destId="{AC36003C-9E0A-7E48-82B3-69BA21AAB060}" srcOrd="0" destOrd="0" parTransId="{93D1BAF0-123E-5A46-B8DA-A2B0D95381F0}" sibTransId="{530D1F87-EB27-9546-BD71-D8A593DB10A7}"/>
    <dgm:cxn modelId="{0310B8DE-81C6-9240-A70E-BB202021D3AB}" type="presOf" srcId="{AC36003C-9E0A-7E48-82B3-69BA21AAB060}" destId="{D368A4B6-8538-0D46-8DA0-C90D8955C9F4}" srcOrd="0" destOrd="0" presId="urn:microsoft.com/office/officeart/2005/8/layout/process1"/>
    <dgm:cxn modelId="{F5EF5979-98D6-5146-85D0-903E2017B1A7}" type="presParOf" srcId="{5DA1CB2D-C50E-3245-863C-8BDF89217C89}" destId="{D368A4B6-8538-0D46-8DA0-C90D8955C9F4}" srcOrd="0" destOrd="0" presId="urn:microsoft.com/office/officeart/2005/8/layout/process1"/>
    <dgm:cxn modelId="{7DECF73A-EC7C-5F47-B079-7B0FECA02229}" type="presParOf" srcId="{5DA1CB2D-C50E-3245-863C-8BDF89217C89}" destId="{3E215BF0-5777-1B4F-B73B-85BDA3967DF9}" srcOrd="1" destOrd="0" presId="urn:microsoft.com/office/officeart/2005/8/layout/process1"/>
    <dgm:cxn modelId="{5757DE79-2FF5-5142-BD25-A47A92E7D590}" type="presParOf" srcId="{3E215BF0-5777-1B4F-B73B-85BDA3967DF9}" destId="{A07EFFFF-EFB1-714A-AFDB-AF4DC4BC4B82}" srcOrd="0" destOrd="0" presId="urn:microsoft.com/office/officeart/2005/8/layout/process1"/>
    <dgm:cxn modelId="{679CF5D0-82B6-2C4F-8FB1-1CB0B9F3997E}" type="presParOf" srcId="{5DA1CB2D-C50E-3245-863C-8BDF89217C89}" destId="{0E4EE583-3721-494F-877F-B01BA22DC6F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BE863E-519F-BB4D-AC7D-40721E62334F}" type="doc">
      <dgm:prSet loTypeId="urn:microsoft.com/office/officeart/2005/8/layout/process1" loCatId="" qsTypeId="urn:microsoft.com/office/officeart/2005/8/quickstyle/simple3" qsCatId="simple" csTypeId="urn:microsoft.com/office/officeart/2005/8/colors/accent1_2" csCatId="accent1" phldr="1"/>
      <dgm:spPr/>
    </dgm:pt>
    <dgm:pt modelId="{78E71FBF-D53D-9A40-938E-D97FD2679EA1}">
      <dgm:prSet phldrT="[Texte]"/>
      <dgm:spPr/>
      <dgm:t>
        <a:bodyPr/>
        <a:lstStyle/>
        <a:p>
          <a:r>
            <a:rPr lang="fr-FR" dirty="0"/>
            <a:t>Produits abimés</a:t>
          </a:r>
        </a:p>
      </dgm:t>
    </dgm:pt>
    <dgm:pt modelId="{8CFC9342-F646-E94C-A2BD-570D278BCDDB}" type="parTrans" cxnId="{DCCF82D5-4A82-C84C-8C67-23FB2D91878C}">
      <dgm:prSet/>
      <dgm:spPr/>
      <dgm:t>
        <a:bodyPr/>
        <a:lstStyle/>
        <a:p>
          <a:endParaRPr lang="fr-FR"/>
        </a:p>
      </dgm:t>
    </dgm:pt>
    <dgm:pt modelId="{88165717-7020-3F4B-9C0B-4D9E9B7ABA99}" type="sibTrans" cxnId="{DCCF82D5-4A82-C84C-8C67-23FB2D91878C}">
      <dgm:prSet/>
      <dgm:spPr/>
      <dgm:t>
        <a:bodyPr/>
        <a:lstStyle/>
        <a:p>
          <a:endParaRPr lang="fr-FR"/>
        </a:p>
      </dgm:t>
    </dgm:pt>
    <dgm:pt modelId="{50EC4201-C2B9-6847-A01B-A7C3C0D0C479}">
      <dgm:prSet phldrT="[Texte]"/>
      <dgm:spPr/>
      <dgm:t>
        <a:bodyPr/>
        <a:lstStyle/>
        <a:p>
          <a:r>
            <a:rPr lang="fr-FR" dirty="0"/>
            <a:t>Vente en lots promotionnels</a:t>
          </a:r>
        </a:p>
      </dgm:t>
    </dgm:pt>
    <dgm:pt modelId="{27CEE914-7801-6648-A1D9-E324A8568EEB}" type="parTrans" cxnId="{DF3D7634-31EF-7C47-8103-58115021F753}">
      <dgm:prSet/>
      <dgm:spPr/>
      <dgm:t>
        <a:bodyPr/>
        <a:lstStyle/>
        <a:p>
          <a:endParaRPr lang="fr-FR"/>
        </a:p>
      </dgm:t>
    </dgm:pt>
    <dgm:pt modelId="{4B43E8AE-B04F-0C43-9C64-B5DCE1BAA32B}" type="sibTrans" cxnId="{DF3D7634-31EF-7C47-8103-58115021F753}">
      <dgm:prSet/>
      <dgm:spPr/>
      <dgm:t>
        <a:bodyPr/>
        <a:lstStyle/>
        <a:p>
          <a:endParaRPr lang="fr-FR"/>
        </a:p>
      </dgm:t>
    </dgm:pt>
    <dgm:pt modelId="{6DBCD97A-A805-2B44-9A4C-F9FFA18A6706}" type="pres">
      <dgm:prSet presAssocID="{75BE863E-519F-BB4D-AC7D-40721E62334F}" presName="Name0" presStyleCnt="0">
        <dgm:presLayoutVars>
          <dgm:dir/>
          <dgm:resizeHandles val="exact"/>
        </dgm:presLayoutVars>
      </dgm:prSet>
      <dgm:spPr/>
    </dgm:pt>
    <dgm:pt modelId="{C0CA5D16-163F-8543-AD28-8649B9577F86}" type="pres">
      <dgm:prSet presAssocID="{78E71FBF-D53D-9A40-938E-D97FD2679EA1}" presName="node" presStyleLbl="node1" presStyleIdx="0" presStyleCnt="2">
        <dgm:presLayoutVars>
          <dgm:bulletEnabled val="1"/>
        </dgm:presLayoutVars>
      </dgm:prSet>
      <dgm:spPr/>
    </dgm:pt>
    <dgm:pt modelId="{FCCFCD20-0258-2D4E-B99D-53711778D02C}" type="pres">
      <dgm:prSet presAssocID="{88165717-7020-3F4B-9C0B-4D9E9B7ABA99}" presName="sibTrans" presStyleLbl="sibTrans2D1" presStyleIdx="0" presStyleCnt="1"/>
      <dgm:spPr/>
    </dgm:pt>
    <dgm:pt modelId="{FD0C9CFB-EDE1-274D-B801-D765CF3D8144}" type="pres">
      <dgm:prSet presAssocID="{88165717-7020-3F4B-9C0B-4D9E9B7ABA99}" presName="connectorText" presStyleLbl="sibTrans2D1" presStyleIdx="0" presStyleCnt="1"/>
      <dgm:spPr/>
    </dgm:pt>
    <dgm:pt modelId="{0B01F204-AB0A-5A4A-9F1F-AB8D4FE40010}" type="pres">
      <dgm:prSet presAssocID="{50EC4201-C2B9-6847-A01B-A7C3C0D0C479}" presName="node" presStyleLbl="node1" presStyleIdx="1" presStyleCnt="2" custScaleX="103079">
        <dgm:presLayoutVars>
          <dgm:bulletEnabled val="1"/>
        </dgm:presLayoutVars>
      </dgm:prSet>
      <dgm:spPr/>
    </dgm:pt>
  </dgm:ptLst>
  <dgm:cxnLst>
    <dgm:cxn modelId="{C88BE106-08EC-5D48-BC65-278EB29A465C}" type="presOf" srcId="{75BE863E-519F-BB4D-AC7D-40721E62334F}" destId="{6DBCD97A-A805-2B44-9A4C-F9FFA18A6706}" srcOrd="0" destOrd="0" presId="urn:microsoft.com/office/officeart/2005/8/layout/process1"/>
    <dgm:cxn modelId="{456F9811-5455-9345-A6FE-1AF9968811FF}" type="presOf" srcId="{88165717-7020-3F4B-9C0B-4D9E9B7ABA99}" destId="{FCCFCD20-0258-2D4E-B99D-53711778D02C}" srcOrd="0" destOrd="0" presId="urn:microsoft.com/office/officeart/2005/8/layout/process1"/>
    <dgm:cxn modelId="{54FF031D-AD1C-BC43-A4C4-7A27E4F94CA4}" type="presOf" srcId="{88165717-7020-3F4B-9C0B-4D9E9B7ABA99}" destId="{FD0C9CFB-EDE1-274D-B801-D765CF3D8144}" srcOrd="1" destOrd="0" presId="urn:microsoft.com/office/officeart/2005/8/layout/process1"/>
    <dgm:cxn modelId="{DF3D7634-31EF-7C47-8103-58115021F753}" srcId="{75BE863E-519F-BB4D-AC7D-40721E62334F}" destId="{50EC4201-C2B9-6847-A01B-A7C3C0D0C479}" srcOrd="1" destOrd="0" parTransId="{27CEE914-7801-6648-A1D9-E324A8568EEB}" sibTransId="{4B43E8AE-B04F-0C43-9C64-B5DCE1BAA32B}"/>
    <dgm:cxn modelId="{4B7F1B8D-56C1-4346-9A86-B16B2F082D4C}" type="presOf" srcId="{50EC4201-C2B9-6847-A01B-A7C3C0D0C479}" destId="{0B01F204-AB0A-5A4A-9F1F-AB8D4FE40010}" srcOrd="0" destOrd="0" presId="urn:microsoft.com/office/officeart/2005/8/layout/process1"/>
    <dgm:cxn modelId="{26C200AC-98EC-2D44-AAB4-09DBE448D2BC}" type="presOf" srcId="{78E71FBF-D53D-9A40-938E-D97FD2679EA1}" destId="{C0CA5D16-163F-8543-AD28-8649B9577F86}" srcOrd="0" destOrd="0" presId="urn:microsoft.com/office/officeart/2005/8/layout/process1"/>
    <dgm:cxn modelId="{DCCF82D5-4A82-C84C-8C67-23FB2D91878C}" srcId="{75BE863E-519F-BB4D-AC7D-40721E62334F}" destId="{78E71FBF-D53D-9A40-938E-D97FD2679EA1}" srcOrd="0" destOrd="0" parTransId="{8CFC9342-F646-E94C-A2BD-570D278BCDDB}" sibTransId="{88165717-7020-3F4B-9C0B-4D9E9B7ABA99}"/>
    <dgm:cxn modelId="{DF39C2AE-5A87-9845-8057-607736D9BC67}" type="presParOf" srcId="{6DBCD97A-A805-2B44-9A4C-F9FFA18A6706}" destId="{C0CA5D16-163F-8543-AD28-8649B9577F86}" srcOrd="0" destOrd="0" presId="urn:microsoft.com/office/officeart/2005/8/layout/process1"/>
    <dgm:cxn modelId="{A26896A2-C953-E14B-9205-7AA66013FBA6}" type="presParOf" srcId="{6DBCD97A-A805-2B44-9A4C-F9FFA18A6706}" destId="{FCCFCD20-0258-2D4E-B99D-53711778D02C}" srcOrd="1" destOrd="0" presId="urn:microsoft.com/office/officeart/2005/8/layout/process1"/>
    <dgm:cxn modelId="{64398964-FF3B-8141-A3DD-D78E5F78C004}" type="presParOf" srcId="{FCCFCD20-0258-2D4E-B99D-53711778D02C}" destId="{FD0C9CFB-EDE1-274D-B801-D765CF3D8144}" srcOrd="0" destOrd="0" presId="urn:microsoft.com/office/officeart/2005/8/layout/process1"/>
    <dgm:cxn modelId="{C1EEF6AC-35D1-1A41-822B-B2702EA11927}" type="presParOf" srcId="{6DBCD97A-A805-2B44-9A4C-F9FFA18A6706}" destId="{0B01F204-AB0A-5A4A-9F1F-AB8D4FE40010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B4927FB-6B43-F442-9CFD-80388D127746}" type="doc">
      <dgm:prSet loTypeId="urn:microsoft.com/office/officeart/2005/8/layout/process1" loCatId="" qsTypeId="urn:microsoft.com/office/officeart/2005/8/quickstyle/simple3" qsCatId="simple" csTypeId="urn:microsoft.com/office/officeart/2005/8/colors/accent1_2" csCatId="accent1" phldr="1"/>
      <dgm:spPr/>
    </dgm:pt>
    <dgm:pt modelId="{A5E24EA6-E301-3943-BEDA-64EA41758DBA}">
      <dgm:prSet phldrT="[Texte]" custT="1"/>
      <dgm:spPr/>
      <dgm:t>
        <a:bodyPr/>
        <a:lstStyle/>
        <a:p>
          <a:r>
            <a:rPr lang="fr-FR" sz="2800" dirty="0"/>
            <a:t>Produits cassés</a:t>
          </a:r>
        </a:p>
      </dgm:t>
    </dgm:pt>
    <dgm:pt modelId="{3F273488-0FF2-9545-8927-609D625B0923}" type="parTrans" cxnId="{577B1EFC-D23C-6A4E-B8EA-7006CD5CC370}">
      <dgm:prSet/>
      <dgm:spPr/>
      <dgm:t>
        <a:bodyPr/>
        <a:lstStyle/>
        <a:p>
          <a:endParaRPr lang="fr-FR"/>
        </a:p>
      </dgm:t>
    </dgm:pt>
    <dgm:pt modelId="{4EE8AB5A-2465-1645-B0FA-FF8BC4A46CCF}" type="sibTrans" cxnId="{577B1EFC-D23C-6A4E-B8EA-7006CD5CC370}">
      <dgm:prSet/>
      <dgm:spPr/>
      <dgm:t>
        <a:bodyPr/>
        <a:lstStyle/>
        <a:p>
          <a:endParaRPr lang="fr-FR"/>
        </a:p>
      </dgm:t>
    </dgm:pt>
    <dgm:pt modelId="{486BB0D8-2435-C140-BD3F-386DA4F2607F}">
      <dgm:prSet phldrT="[Texte]"/>
      <dgm:spPr/>
      <dgm:t>
        <a:bodyPr/>
        <a:lstStyle/>
        <a:p>
          <a:r>
            <a:rPr lang="fr-FR" dirty="0"/>
            <a:t>Récupération des pièces pour future vente en pièces détachées</a:t>
          </a:r>
        </a:p>
      </dgm:t>
    </dgm:pt>
    <dgm:pt modelId="{598DDA5E-0F77-EC4F-A89C-46C82AA48674}" type="parTrans" cxnId="{3B92DE68-06B5-A840-92EA-EC9765122255}">
      <dgm:prSet/>
      <dgm:spPr/>
      <dgm:t>
        <a:bodyPr/>
        <a:lstStyle/>
        <a:p>
          <a:endParaRPr lang="fr-FR"/>
        </a:p>
      </dgm:t>
    </dgm:pt>
    <dgm:pt modelId="{E31382A0-4FB4-7240-BD5B-AADC4A7D33F5}" type="sibTrans" cxnId="{3B92DE68-06B5-A840-92EA-EC9765122255}">
      <dgm:prSet/>
      <dgm:spPr/>
      <dgm:t>
        <a:bodyPr/>
        <a:lstStyle/>
        <a:p>
          <a:endParaRPr lang="fr-FR"/>
        </a:p>
      </dgm:t>
    </dgm:pt>
    <dgm:pt modelId="{5478C59C-0AB3-5041-B384-A2D80AD52190}" type="pres">
      <dgm:prSet presAssocID="{1B4927FB-6B43-F442-9CFD-80388D127746}" presName="Name0" presStyleCnt="0">
        <dgm:presLayoutVars>
          <dgm:dir/>
          <dgm:resizeHandles val="exact"/>
        </dgm:presLayoutVars>
      </dgm:prSet>
      <dgm:spPr/>
    </dgm:pt>
    <dgm:pt modelId="{C0BB4B00-A702-214A-BC13-0BFD872566B1}" type="pres">
      <dgm:prSet presAssocID="{A5E24EA6-E301-3943-BEDA-64EA41758DBA}" presName="node" presStyleLbl="node1" presStyleIdx="0" presStyleCnt="2">
        <dgm:presLayoutVars>
          <dgm:bulletEnabled val="1"/>
        </dgm:presLayoutVars>
      </dgm:prSet>
      <dgm:spPr/>
    </dgm:pt>
    <dgm:pt modelId="{6BEF33C7-EBAB-E44A-BFD9-6282A7C60198}" type="pres">
      <dgm:prSet presAssocID="{4EE8AB5A-2465-1645-B0FA-FF8BC4A46CCF}" presName="sibTrans" presStyleLbl="sibTrans2D1" presStyleIdx="0" presStyleCnt="1"/>
      <dgm:spPr/>
    </dgm:pt>
    <dgm:pt modelId="{A53DEF94-6BF1-C841-8CFA-55AC993B9721}" type="pres">
      <dgm:prSet presAssocID="{4EE8AB5A-2465-1645-B0FA-FF8BC4A46CCF}" presName="connectorText" presStyleLbl="sibTrans2D1" presStyleIdx="0" presStyleCnt="1"/>
      <dgm:spPr/>
    </dgm:pt>
    <dgm:pt modelId="{8197486F-B60B-F740-98F2-AFD49543DCD3}" type="pres">
      <dgm:prSet presAssocID="{486BB0D8-2435-C140-BD3F-386DA4F2607F}" presName="node" presStyleLbl="node1" presStyleIdx="1" presStyleCnt="2">
        <dgm:presLayoutVars>
          <dgm:bulletEnabled val="1"/>
        </dgm:presLayoutVars>
      </dgm:prSet>
      <dgm:spPr/>
    </dgm:pt>
  </dgm:ptLst>
  <dgm:cxnLst>
    <dgm:cxn modelId="{BFCC7410-2994-104D-B636-E675EC28F29D}" type="presOf" srcId="{1B4927FB-6B43-F442-9CFD-80388D127746}" destId="{5478C59C-0AB3-5041-B384-A2D80AD52190}" srcOrd="0" destOrd="0" presId="urn:microsoft.com/office/officeart/2005/8/layout/process1"/>
    <dgm:cxn modelId="{E2E63611-C5F9-1D41-80E5-F58DB60AD627}" type="presOf" srcId="{4EE8AB5A-2465-1645-B0FA-FF8BC4A46CCF}" destId="{6BEF33C7-EBAB-E44A-BFD9-6282A7C60198}" srcOrd="0" destOrd="0" presId="urn:microsoft.com/office/officeart/2005/8/layout/process1"/>
    <dgm:cxn modelId="{077A6F22-FD84-1B4D-A1AC-E3111CF1CF0B}" type="presOf" srcId="{486BB0D8-2435-C140-BD3F-386DA4F2607F}" destId="{8197486F-B60B-F740-98F2-AFD49543DCD3}" srcOrd="0" destOrd="0" presId="urn:microsoft.com/office/officeart/2005/8/layout/process1"/>
    <dgm:cxn modelId="{3B92DE68-06B5-A840-92EA-EC9765122255}" srcId="{1B4927FB-6B43-F442-9CFD-80388D127746}" destId="{486BB0D8-2435-C140-BD3F-386DA4F2607F}" srcOrd="1" destOrd="0" parTransId="{598DDA5E-0F77-EC4F-A89C-46C82AA48674}" sibTransId="{E31382A0-4FB4-7240-BD5B-AADC4A7D33F5}"/>
    <dgm:cxn modelId="{2977977F-FC9B-494E-AB71-F1BD7E76A82C}" type="presOf" srcId="{A5E24EA6-E301-3943-BEDA-64EA41758DBA}" destId="{C0BB4B00-A702-214A-BC13-0BFD872566B1}" srcOrd="0" destOrd="0" presId="urn:microsoft.com/office/officeart/2005/8/layout/process1"/>
    <dgm:cxn modelId="{E0992399-880D-FB4E-82EF-A853E24E51C8}" type="presOf" srcId="{4EE8AB5A-2465-1645-B0FA-FF8BC4A46CCF}" destId="{A53DEF94-6BF1-C841-8CFA-55AC993B9721}" srcOrd="1" destOrd="0" presId="urn:microsoft.com/office/officeart/2005/8/layout/process1"/>
    <dgm:cxn modelId="{577B1EFC-D23C-6A4E-B8EA-7006CD5CC370}" srcId="{1B4927FB-6B43-F442-9CFD-80388D127746}" destId="{A5E24EA6-E301-3943-BEDA-64EA41758DBA}" srcOrd="0" destOrd="0" parTransId="{3F273488-0FF2-9545-8927-609D625B0923}" sibTransId="{4EE8AB5A-2465-1645-B0FA-FF8BC4A46CCF}"/>
    <dgm:cxn modelId="{51945EEF-346A-5746-B97A-F88626360166}" type="presParOf" srcId="{5478C59C-0AB3-5041-B384-A2D80AD52190}" destId="{C0BB4B00-A702-214A-BC13-0BFD872566B1}" srcOrd="0" destOrd="0" presId="urn:microsoft.com/office/officeart/2005/8/layout/process1"/>
    <dgm:cxn modelId="{5AF65A84-8245-8347-8044-831D7475AF84}" type="presParOf" srcId="{5478C59C-0AB3-5041-B384-A2D80AD52190}" destId="{6BEF33C7-EBAB-E44A-BFD9-6282A7C60198}" srcOrd="1" destOrd="0" presId="urn:microsoft.com/office/officeart/2005/8/layout/process1"/>
    <dgm:cxn modelId="{B9C12924-0239-E74A-B4A8-D48148DEE6A5}" type="presParOf" srcId="{6BEF33C7-EBAB-E44A-BFD9-6282A7C60198}" destId="{A53DEF94-6BF1-C841-8CFA-55AC993B9721}" srcOrd="0" destOrd="0" presId="urn:microsoft.com/office/officeart/2005/8/layout/process1"/>
    <dgm:cxn modelId="{47DAA702-BB17-784C-A130-D0FE73514C60}" type="presParOf" srcId="{5478C59C-0AB3-5041-B384-A2D80AD52190}" destId="{8197486F-B60B-F740-98F2-AFD49543DCD3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BEC297B-3C2D-834F-B5BE-5F7C0C051D57}" type="doc">
      <dgm:prSet loTypeId="urn:microsoft.com/office/officeart/2005/8/layout/process1" loCatId="" qsTypeId="urn:microsoft.com/office/officeart/2005/8/quickstyle/simple3" qsCatId="simple" csTypeId="urn:microsoft.com/office/officeart/2005/8/colors/accent1_2" csCatId="accent1" phldr="1"/>
      <dgm:spPr/>
    </dgm:pt>
    <dgm:pt modelId="{CAE08E7C-B0B5-6A4E-ACAA-B265FA7EFDDD}">
      <dgm:prSet phldrT="[Texte]"/>
      <dgm:spPr/>
      <dgm:t>
        <a:bodyPr/>
        <a:lstStyle/>
        <a:p>
          <a:r>
            <a:rPr lang="fr-FR" dirty="0"/>
            <a:t>Produits détériorés et/ou cassés</a:t>
          </a:r>
        </a:p>
      </dgm:t>
    </dgm:pt>
    <dgm:pt modelId="{92289BE9-ECA0-8142-8970-E08EEDA8AFF5}" type="parTrans" cxnId="{CF6B9E82-ED6A-FA41-89FB-958A03549291}">
      <dgm:prSet/>
      <dgm:spPr/>
      <dgm:t>
        <a:bodyPr/>
        <a:lstStyle/>
        <a:p>
          <a:endParaRPr lang="fr-FR"/>
        </a:p>
      </dgm:t>
    </dgm:pt>
    <dgm:pt modelId="{B4ED64F1-3C3B-E04F-A340-4CA36B67331C}" type="sibTrans" cxnId="{CF6B9E82-ED6A-FA41-89FB-958A03549291}">
      <dgm:prSet/>
      <dgm:spPr/>
      <dgm:t>
        <a:bodyPr/>
        <a:lstStyle/>
        <a:p>
          <a:endParaRPr lang="fr-FR"/>
        </a:p>
      </dgm:t>
    </dgm:pt>
    <dgm:pt modelId="{22C1C07A-1089-FE4B-996D-329417B4A072}">
      <dgm:prSet phldrT="[Texte]"/>
      <dgm:spPr/>
      <dgm:t>
        <a:bodyPr/>
        <a:lstStyle/>
        <a:p>
          <a:r>
            <a:rPr lang="fr-FR" dirty="0"/>
            <a:t>Création d'un atelier de réparation</a:t>
          </a:r>
        </a:p>
      </dgm:t>
    </dgm:pt>
    <dgm:pt modelId="{CF73ADC6-4AD7-984B-B06E-98C3D140AD3A}" type="parTrans" cxnId="{2BE39C34-96B4-1846-9BEC-2D0EAD2944A2}">
      <dgm:prSet/>
      <dgm:spPr/>
      <dgm:t>
        <a:bodyPr/>
        <a:lstStyle/>
        <a:p>
          <a:endParaRPr lang="fr-FR"/>
        </a:p>
      </dgm:t>
    </dgm:pt>
    <dgm:pt modelId="{1689D9AE-5D23-9747-9DF5-05B7B9BE0E01}" type="sibTrans" cxnId="{2BE39C34-96B4-1846-9BEC-2D0EAD2944A2}">
      <dgm:prSet/>
      <dgm:spPr/>
      <dgm:t>
        <a:bodyPr/>
        <a:lstStyle/>
        <a:p>
          <a:endParaRPr lang="fr-FR"/>
        </a:p>
      </dgm:t>
    </dgm:pt>
    <dgm:pt modelId="{111DC5BA-53A9-1543-8287-BA6726D557DC}" type="pres">
      <dgm:prSet presAssocID="{0BEC297B-3C2D-834F-B5BE-5F7C0C051D57}" presName="Name0" presStyleCnt="0">
        <dgm:presLayoutVars>
          <dgm:dir/>
          <dgm:resizeHandles val="exact"/>
        </dgm:presLayoutVars>
      </dgm:prSet>
      <dgm:spPr/>
    </dgm:pt>
    <dgm:pt modelId="{FCB536FC-E84D-4C44-813B-A04BCCDA3E68}" type="pres">
      <dgm:prSet presAssocID="{CAE08E7C-B0B5-6A4E-ACAA-B265FA7EFDDD}" presName="node" presStyleLbl="node1" presStyleIdx="0" presStyleCnt="2">
        <dgm:presLayoutVars>
          <dgm:bulletEnabled val="1"/>
        </dgm:presLayoutVars>
      </dgm:prSet>
      <dgm:spPr/>
    </dgm:pt>
    <dgm:pt modelId="{8DC3ADBE-B107-7D44-9311-0131A93E9CF6}" type="pres">
      <dgm:prSet presAssocID="{B4ED64F1-3C3B-E04F-A340-4CA36B67331C}" presName="sibTrans" presStyleLbl="sibTrans2D1" presStyleIdx="0" presStyleCnt="1"/>
      <dgm:spPr/>
    </dgm:pt>
    <dgm:pt modelId="{E3F7B891-BAF1-2042-BF96-456D22224BAA}" type="pres">
      <dgm:prSet presAssocID="{B4ED64F1-3C3B-E04F-A340-4CA36B67331C}" presName="connectorText" presStyleLbl="sibTrans2D1" presStyleIdx="0" presStyleCnt="1"/>
      <dgm:spPr/>
    </dgm:pt>
    <dgm:pt modelId="{6612AC5E-230C-6445-88DC-7E525AA20DDF}" type="pres">
      <dgm:prSet presAssocID="{22C1C07A-1089-FE4B-996D-329417B4A072}" presName="node" presStyleLbl="node1" presStyleIdx="1" presStyleCnt="2">
        <dgm:presLayoutVars>
          <dgm:bulletEnabled val="1"/>
        </dgm:presLayoutVars>
      </dgm:prSet>
      <dgm:spPr/>
    </dgm:pt>
  </dgm:ptLst>
  <dgm:cxnLst>
    <dgm:cxn modelId="{2BE39C34-96B4-1846-9BEC-2D0EAD2944A2}" srcId="{0BEC297B-3C2D-834F-B5BE-5F7C0C051D57}" destId="{22C1C07A-1089-FE4B-996D-329417B4A072}" srcOrd="1" destOrd="0" parTransId="{CF73ADC6-4AD7-984B-B06E-98C3D140AD3A}" sibTransId="{1689D9AE-5D23-9747-9DF5-05B7B9BE0E01}"/>
    <dgm:cxn modelId="{EA32017E-125F-1B4B-B0F2-A071385A0A54}" type="presOf" srcId="{B4ED64F1-3C3B-E04F-A340-4CA36B67331C}" destId="{8DC3ADBE-B107-7D44-9311-0131A93E9CF6}" srcOrd="0" destOrd="0" presId="urn:microsoft.com/office/officeart/2005/8/layout/process1"/>
    <dgm:cxn modelId="{CF6B9E82-ED6A-FA41-89FB-958A03549291}" srcId="{0BEC297B-3C2D-834F-B5BE-5F7C0C051D57}" destId="{CAE08E7C-B0B5-6A4E-ACAA-B265FA7EFDDD}" srcOrd="0" destOrd="0" parTransId="{92289BE9-ECA0-8142-8970-E08EEDA8AFF5}" sibTransId="{B4ED64F1-3C3B-E04F-A340-4CA36B67331C}"/>
    <dgm:cxn modelId="{05AC7FA4-A821-9B45-925D-A7F84362D75D}" type="presOf" srcId="{0BEC297B-3C2D-834F-B5BE-5F7C0C051D57}" destId="{111DC5BA-53A9-1543-8287-BA6726D557DC}" srcOrd="0" destOrd="0" presId="urn:microsoft.com/office/officeart/2005/8/layout/process1"/>
    <dgm:cxn modelId="{E72E4FD1-E77F-2A47-A42F-575DCE22E4E3}" type="presOf" srcId="{B4ED64F1-3C3B-E04F-A340-4CA36B67331C}" destId="{E3F7B891-BAF1-2042-BF96-456D22224BAA}" srcOrd="1" destOrd="0" presId="urn:microsoft.com/office/officeart/2005/8/layout/process1"/>
    <dgm:cxn modelId="{ABE464E5-2A2D-6A4D-9609-270AC5B58D52}" type="presOf" srcId="{22C1C07A-1089-FE4B-996D-329417B4A072}" destId="{6612AC5E-230C-6445-88DC-7E525AA20DDF}" srcOrd="0" destOrd="0" presId="urn:microsoft.com/office/officeart/2005/8/layout/process1"/>
    <dgm:cxn modelId="{D89682FE-6709-7F48-AE5D-255E6E2B36F4}" type="presOf" srcId="{CAE08E7C-B0B5-6A4E-ACAA-B265FA7EFDDD}" destId="{FCB536FC-E84D-4C44-813B-A04BCCDA3E68}" srcOrd="0" destOrd="0" presId="urn:microsoft.com/office/officeart/2005/8/layout/process1"/>
    <dgm:cxn modelId="{66DB6453-71D2-FC4E-A4B5-746A9D4D8B17}" type="presParOf" srcId="{111DC5BA-53A9-1543-8287-BA6726D557DC}" destId="{FCB536FC-E84D-4C44-813B-A04BCCDA3E68}" srcOrd="0" destOrd="0" presId="urn:microsoft.com/office/officeart/2005/8/layout/process1"/>
    <dgm:cxn modelId="{EC2EA6BF-6B19-B049-8F0A-92D301B429A0}" type="presParOf" srcId="{111DC5BA-53A9-1543-8287-BA6726D557DC}" destId="{8DC3ADBE-B107-7D44-9311-0131A93E9CF6}" srcOrd="1" destOrd="0" presId="urn:microsoft.com/office/officeart/2005/8/layout/process1"/>
    <dgm:cxn modelId="{2256AF5F-E15F-9842-85A8-6929F47CD320}" type="presParOf" srcId="{8DC3ADBE-B107-7D44-9311-0131A93E9CF6}" destId="{E3F7B891-BAF1-2042-BF96-456D22224BAA}" srcOrd="0" destOrd="0" presId="urn:microsoft.com/office/officeart/2005/8/layout/process1"/>
    <dgm:cxn modelId="{7E40D75B-D023-CD4C-8240-7E9E483A9143}" type="presParOf" srcId="{111DC5BA-53A9-1543-8287-BA6726D557DC}" destId="{6612AC5E-230C-6445-88DC-7E525AA20DD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9BC32EA-7837-ED46-AE10-FCDDF4F17F8B}" type="doc">
      <dgm:prSet loTypeId="urn:microsoft.com/office/officeart/2005/8/layout/process1" loCatId="" qsTypeId="urn:microsoft.com/office/officeart/2005/8/quickstyle/simple3" qsCatId="simple" csTypeId="urn:microsoft.com/office/officeart/2005/8/colors/accent1_2" csCatId="accent1" phldr="1"/>
      <dgm:spPr/>
    </dgm:pt>
    <dgm:pt modelId="{105BBA31-853E-AD4C-B70D-E11445C0DAC5}">
      <dgm:prSet phldrT="[Texte]"/>
      <dgm:spPr/>
      <dgm:t>
        <a:bodyPr/>
        <a:lstStyle/>
        <a:p>
          <a:r>
            <a:rPr lang="fr-FR" dirty="0"/>
            <a:t>Produits cassés </a:t>
          </a:r>
        </a:p>
      </dgm:t>
    </dgm:pt>
    <dgm:pt modelId="{C0F1E495-9566-0844-A90C-B8A1A9D1267B}" type="parTrans" cxnId="{2C3304AB-4013-4B47-87BA-8AE56606E01F}">
      <dgm:prSet/>
      <dgm:spPr/>
      <dgm:t>
        <a:bodyPr/>
        <a:lstStyle/>
        <a:p>
          <a:endParaRPr lang="fr-FR"/>
        </a:p>
      </dgm:t>
    </dgm:pt>
    <dgm:pt modelId="{8DF8A799-71F5-4F47-8956-8FD86FC9D1A4}" type="sibTrans" cxnId="{2C3304AB-4013-4B47-87BA-8AE56606E01F}">
      <dgm:prSet/>
      <dgm:spPr/>
      <dgm:t>
        <a:bodyPr/>
        <a:lstStyle/>
        <a:p>
          <a:endParaRPr lang="fr-FR"/>
        </a:p>
      </dgm:t>
    </dgm:pt>
    <dgm:pt modelId="{6C03725F-ACB3-0046-BB77-2F0EEFF2700D}">
      <dgm:prSet phldrT="[Texte]"/>
      <dgm:spPr/>
      <dgm:t>
        <a:bodyPr/>
        <a:lstStyle/>
        <a:p>
          <a:r>
            <a:rPr lang="fr-FR" dirty="0"/>
            <a:t>Don à des associations </a:t>
          </a:r>
        </a:p>
      </dgm:t>
    </dgm:pt>
    <dgm:pt modelId="{CE28EFC0-1F94-AA45-879E-2A6A17E9B4C1}" type="parTrans" cxnId="{2BACF241-7795-5F41-B972-B162AE6FD55B}">
      <dgm:prSet/>
      <dgm:spPr/>
      <dgm:t>
        <a:bodyPr/>
        <a:lstStyle/>
        <a:p>
          <a:endParaRPr lang="fr-FR"/>
        </a:p>
      </dgm:t>
    </dgm:pt>
    <dgm:pt modelId="{F3D25DB5-7170-DE4C-90C3-F3B41A93E8B6}" type="sibTrans" cxnId="{2BACF241-7795-5F41-B972-B162AE6FD55B}">
      <dgm:prSet/>
      <dgm:spPr/>
      <dgm:t>
        <a:bodyPr/>
        <a:lstStyle/>
        <a:p>
          <a:endParaRPr lang="fr-FR"/>
        </a:p>
      </dgm:t>
    </dgm:pt>
    <dgm:pt modelId="{3E9A8AE1-7DC9-9640-B839-9E90ABF29254}" type="pres">
      <dgm:prSet presAssocID="{99BC32EA-7837-ED46-AE10-FCDDF4F17F8B}" presName="Name0" presStyleCnt="0">
        <dgm:presLayoutVars>
          <dgm:dir/>
          <dgm:resizeHandles val="exact"/>
        </dgm:presLayoutVars>
      </dgm:prSet>
      <dgm:spPr/>
    </dgm:pt>
    <dgm:pt modelId="{2C7CD355-2308-C044-B18E-CD0BF37F634D}" type="pres">
      <dgm:prSet presAssocID="{105BBA31-853E-AD4C-B70D-E11445C0DAC5}" presName="node" presStyleLbl="node1" presStyleIdx="0" presStyleCnt="2">
        <dgm:presLayoutVars>
          <dgm:bulletEnabled val="1"/>
        </dgm:presLayoutVars>
      </dgm:prSet>
      <dgm:spPr/>
    </dgm:pt>
    <dgm:pt modelId="{2EAE6586-CD6D-284F-BEEB-C4FF0A0C89FE}" type="pres">
      <dgm:prSet presAssocID="{8DF8A799-71F5-4F47-8956-8FD86FC9D1A4}" presName="sibTrans" presStyleLbl="sibTrans2D1" presStyleIdx="0" presStyleCnt="1"/>
      <dgm:spPr/>
    </dgm:pt>
    <dgm:pt modelId="{C80061DF-66DC-9A48-B28C-FE52D01ACFDF}" type="pres">
      <dgm:prSet presAssocID="{8DF8A799-71F5-4F47-8956-8FD86FC9D1A4}" presName="connectorText" presStyleLbl="sibTrans2D1" presStyleIdx="0" presStyleCnt="1"/>
      <dgm:spPr/>
    </dgm:pt>
    <dgm:pt modelId="{745ABC04-ED44-3C42-B3FA-49E0DD92646A}" type="pres">
      <dgm:prSet presAssocID="{6C03725F-ACB3-0046-BB77-2F0EEFF2700D}" presName="node" presStyleLbl="node1" presStyleIdx="1" presStyleCnt="2">
        <dgm:presLayoutVars>
          <dgm:bulletEnabled val="1"/>
        </dgm:presLayoutVars>
      </dgm:prSet>
      <dgm:spPr/>
    </dgm:pt>
  </dgm:ptLst>
  <dgm:cxnLst>
    <dgm:cxn modelId="{3E42AF03-4132-964E-B764-99A77E866103}" type="presOf" srcId="{105BBA31-853E-AD4C-B70D-E11445C0DAC5}" destId="{2C7CD355-2308-C044-B18E-CD0BF37F634D}" srcOrd="0" destOrd="0" presId="urn:microsoft.com/office/officeart/2005/8/layout/process1"/>
    <dgm:cxn modelId="{9CFB5324-8027-1B4D-9882-33EC58868464}" type="presOf" srcId="{8DF8A799-71F5-4F47-8956-8FD86FC9D1A4}" destId="{C80061DF-66DC-9A48-B28C-FE52D01ACFDF}" srcOrd="1" destOrd="0" presId="urn:microsoft.com/office/officeart/2005/8/layout/process1"/>
    <dgm:cxn modelId="{2BACF241-7795-5F41-B972-B162AE6FD55B}" srcId="{99BC32EA-7837-ED46-AE10-FCDDF4F17F8B}" destId="{6C03725F-ACB3-0046-BB77-2F0EEFF2700D}" srcOrd="1" destOrd="0" parTransId="{CE28EFC0-1F94-AA45-879E-2A6A17E9B4C1}" sibTransId="{F3D25DB5-7170-DE4C-90C3-F3B41A93E8B6}"/>
    <dgm:cxn modelId="{C622DD7A-6144-E046-8066-D264BC9BBE2F}" type="presOf" srcId="{99BC32EA-7837-ED46-AE10-FCDDF4F17F8B}" destId="{3E9A8AE1-7DC9-9640-B839-9E90ABF29254}" srcOrd="0" destOrd="0" presId="urn:microsoft.com/office/officeart/2005/8/layout/process1"/>
    <dgm:cxn modelId="{3A0FD190-47A1-3B4B-A562-D0D05F1185D6}" type="presOf" srcId="{8DF8A799-71F5-4F47-8956-8FD86FC9D1A4}" destId="{2EAE6586-CD6D-284F-BEEB-C4FF0A0C89FE}" srcOrd="0" destOrd="0" presId="urn:microsoft.com/office/officeart/2005/8/layout/process1"/>
    <dgm:cxn modelId="{2C3304AB-4013-4B47-87BA-8AE56606E01F}" srcId="{99BC32EA-7837-ED46-AE10-FCDDF4F17F8B}" destId="{105BBA31-853E-AD4C-B70D-E11445C0DAC5}" srcOrd="0" destOrd="0" parTransId="{C0F1E495-9566-0844-A90C-B8A1A9D1267B}" sibTransId="{8DF8A799-71F5-4F47-8956-8FD86FC9D1A4}"/>
    <dgm:cxn modelId="{7805EEB3-AFD7-D947-85F6-16B20AE31859}" type="presOf" srcId="{6C03725F-ACB3-0046-BB77-2F0EEFF2700D}" destId="{745ABC04-ED44-3C42-B3FA-49E0DD92646A}" srcOrd="0" destOrd="0" presId="urn:microsoft.com/office/officeart/2005/8/layout/process1"/>
    <dgm:cxn modelId="{29FFD757-71A0-994D-A097-FDFE14696987}" type="presParOf" srcId="{3E9A8AE1-7DC9-9640-B839-9E90ABF29254}" destId="{2C7CD355-2308-C044-B18E-CD0BF37F634D}" srcOrd="0" destOrd="0" presId="urn:microsoft.com/office/officeart/2005/8/layout/process1"/>
    <dgm:cxn modelId="{4DF2C137-E7F2-8E49-82BB-053035511534}" type="presParOf" srcId="{3E9A8AE1-7DC9-9640-B839-9E90ABF29254}" destId="{2EAE6586-CD6D-284F-BEEB-C4FF0A0C89FE}" srcOrd="1" destOrd="0" presId="urn:microsoft.com/office/officeart/2005/8/layout/process1"/>
    <dgm:cxn modelId="{B39BA820-C18A-1147-AEB9-21DD1AF8E71E}" type="presParOf" srcId="{2EAE6586-CD6D-284F-BEEB-C4FF0A0C89FE}" destId="{C80061DF-66DC-9A48-B28C-FE52D01ACFDF}" srcOrd="0" destOrd="0" presId="urn:microsoft.com/office/officeart/2005/8/layout/process1"/>
    <dgm:cxn modelId="{D1109D5B-8BF1-1240-8FB5-92919E2912B1}" type="presParOf" srcId="{3E9A8AE1-7DC9-9640-B839-9E90ABF29254}" destId="{745ABC04-ED44-3C42-B3FA-49E0DD92646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F1F95CB-92C5-F942-AFDD-B1F4BCF1B987}" type="doc">
      <dgm:prSet loTypeId="urn:microsoft.com/office/officeart/2005/8/layout/radial1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AE612CD-E7EE-0148-8195-0D85C9B480F7}">
      <dgm:prSet phldrT="[Texte]"/>
      <dgm:spPr/>
      <dgm:t>
        <a:bodyPr/>
        <a:lstStyle/>
        <a:p>
          <a:r>
            <a:rPr lang="fr-FR" dirty="0"/>
            <a:t>RGPD</a:t>
          </a:r>
        </a:p>
      </dgm:t>
    </dgm:pt>
    <dgm:pt modelId="{AC877D9E-A1BF-C74C-B3A2-4D0C5240AAEE}" type="parTrans" cxnId="{17B85F09-7644-7A41-BE29-D60DB1FDB54D}">
      <dgm:prSet/>
      <dgm:spPr/>
      <dgm:t>
        <a:bodyPr/>
        <a:lstStyle/>
        <a:p>
          <a:endParaRPr lang="fr-FR"/>
        </a:p>
      </dgm:t>
    </dgm:pt>
    <dgm:pt modelId="{DC4EA01A-BEC9-B340-8EF6-6C62BD2CEBC2}" type="sibTrans" cxnId="{17B85F09-7644-7A41-BE29-D60DB1FDB54D}">
      <dgm:prSet/>
      <dgm:spPr/>
      <dgm:t>
        <a:bodyPr/>
        <a:lstStyle/>
        <a:p>
          <a:endParaRPr lang="fr-FR"/>
        </a:p>
      </dgm:t>
    </dgm:pt>
    <dgm:pt modelId="{F1ED19E5-EB2C-5241-A1AD-D798628C1150}">
      <dgm:prSet phldrT="[Texte]" custT="1"/>
      <dgm:spPr/>
      <dgm:t>
        <a:bodyPr/>
        <a:lstStyle/>
        <a:p>
          <a:r>
            <a:rPr lang="fr-FR" sz="1400" dirty="0"/>
            <a:t>Minimisation</a:t>
          </a:r>
        </a:p>
      </dgm:t>
    </dgm:pt>
    <dgm:pt modelId="{94634839-98D9-4744-A15B-905AEC8EA93A}" type="parTrans" cxnId="{9B43D008-37C8-E44C-8412-E391104D07DB}">
      <dgm:prSet/>
      <dgm:spPr/>
      <dgm:t>
        <a:bodyPr/>
        <a:lstStyle/>
        <a:p>
          <a:endParaRPr lang="fr-FR"/>
        </a:p>
      </dgm:t>
    </dgm:pt>
    <dgm:pt modelId="{5F43999A-F072-9442-BD63-2E8B6DC768C9}" type="sibTrans" cxnId="{9B43D008-37C8-E44C-8412-E391104D07DB}">
      <dgm:prSet/>
      <dgm:spPr/>
      <dgm:t>
        <a:bodyPr/>
        <a:lstStyle/>
        <a:p>
          <a:endParaRPr lang="fr-FR"/>
        </a:p>
      </dgm:t>
    </dgm:pt>
    <dgm:pt modelId="{11D6BF15-37B4-A249-94CA-99AD6A628D57}">
      <dgm:prSet phldrT="[Texte]" custT="1"/>
      <dgm:spPr/>
      <dgm:t>
        <a:bodyPr/>
        <a:lstStyle/>
        <a:p>
          <a:r>
            <a:rPr lang="fr-FR" sz="1400" dirty="0"/>
            <a:t>Transparence et consentement</a:t>
          </a:r>
        </a:p>
      </dgm:t>
    </dgm:pt>
    <dgm:pt modelId="{DBD7FA20-8AA6-DB4D-90BF-753D0582842D}" type="parTrans" cxnId="{08EF9B44-0041-EB45-B8C6-3ED2FA790608}">
      <dgm:prSet/>
      <dgm:spPr/>
      <dgm:t>
        <a:bodyPr/>
        <a:lstStyle/>
        <a:p>
          <a:endParaRPr lang="fr-FR"/>
        </a:p>
      </dgm:t>
    </dgm:pt>
    <dgm:pt modelId="{BF6440CB-307B-A84F-BB10-082B1B57E88C}" type="sibTrans" cxnId="{08EF9B44-0041-EB45-B8C6-3ED2FA790608}">
      <dgm:prSet/>
      <dgm:spPr/>
      <dgm:t>
        <a:bodyPr/>
        <a:lstStyle/>
        <a:p>
          <a:endParaRPr lang="fr-FR"/>
        </a:p>
      </dgm:t>
    </dgm:pt>
    <dgm:pt modelId="{5AB9D325-5A4F-4A41-A3CE-EB5E490E5CF7}">
      <dgm:prSet phldrT="[Texte]" custT="1"/>
      <dgm:spPr/>
      <dgm:t>
        <a:bodyPr/>
        <a:lstStyle/>
        <a:p>
          <a:r>
            <a:rPr lang="fr-FR" sz="1400" dirty="0"/>
            <a:t>Sécurisation</a:t>
          </a:r>
        </a:p>
      </dgm:t>
    </dgm:pt>
    <dgm:pt modelId="{717B8831-157A-6749-9C83-B3B72FE05B34}" type="parTrans" cxnId="{77F5E523-02A1-E040-BB6D-CE0BBD2F970C}">
      <dgm:prSet/>
      <dgm:spPr/>
      <dgm:t>
        <a:bodyPr/>
        <a:lstStyle/>
        <a:p>
          <a:endParaRPr lang="fr-FR"/>
        </a:p>
      </dgm:t>
    </dgm:pt>
    <dgm:pt modelId="{C208C811-706C-054A-9DD8-BE7B9C8239EA}" type="sibTrans" cxnId="{77F5E523-02A1-E040-BB6D-CE0BBD2F970C}">
      <dgm:prSet/>
      <dgm:spPr/>
      <dgm:t>
        <a:bodyPr/>
        <a:lstStyle/>
        <a:p>
          <a:endParaRPr lang="fr-FR"/>
        </a:p>
      </dgm:t>
    </dgm:pt>
    <dgm:pt modelId="{A5DE60FE-A85D-2B4C-8087-C79541212231}">
      <dgm:prSet phldrT="[Texte]" custT="1"/>
      <dgm:spPr/>
      <dgm:t>
        <a:bodyPr/>
        <a:lstStyle/>
        <a:p>
          <a:r>
            <a:rPr lang="fr-FR" sz="1400" dirty="0"/>
            <a:t>Droit d’accès</a:t>
          </a:r>
        </a:p>
      </dgm:t>
    </dgm:pt>
    <dgm:pt modelId="{8C05C9E9-4F5B-D44D-853C-ACBE3E9E7E21}" type="parTrans" cxnId="{33640C37-7582-6E42-B643-2165BB23FC97}">
      <dgm:prSet/>
      <dgm:spPr/>
      <dgm:t>
        <a:bodyPr/>
        <a:lstStyle/>
        <a:p>
          <a:endParaRPr lang="fr-FR"/>
        </a:p>
      </dgm:t>
    </dgm:pt>
    <dgm:pt modelId="{557A7C94-3DAC-C243-A1DF-BEDDDD911084}" type="sibTrans" cxnId="{33640C37-7582-6E42-B643-2165BB23FC97}">
      <dgm:prSet/>
      <dgm:spPr/>
      <dgm:t>
        <a:bodyPr/>
        <a:lstStyle/>
        <a:p>
          <a:endParaRPr lang="fr-FR"/>
        </a:p>
      </dgm:t>
    </dgm:pt>
    <dgm:pt modelId="{C9BC693E-C52E-E74D-9BA6-4CBFEDCFD729}">
      <dgm:prSet custT="1"/>
      <dgm:spPr/>
      <dgm:t>
        <a:bodyPr/>
        <a:lstStyle/>
        <a:p>
          <a:r>
            <a:rPr lang="fr-FR" sz="1400" dirty="0"/>
            <a:t>Responsabilité</a:t>
          </a:r>
        </a:p>
      </dgm:t>
    </dgm:pt>
    <dgm:pt modelId="{E3597A38-28FA-704C-95F5-7AC4BB3FA4D8}" type="parTrans" cxnId="{1E221C17-C3A0-7945-BFB3-ED99FFEB2647}">
      <dgm:prSet/>
      <dgm:spPr/>
      <dgm:t>
        <a:bodyPr/>
        <a:lstStyle/>
        <a:p>
          <a:endParaRPr lang="fr-FR"/>
        </a:p>
      </dgm:t>
    </dgm:pt>
    <dgm:pt modelId="{B7B92DBE-CFE0-A648-85E2-861C246924FB}" type="sibTrans" cxnId="{1E221C17-C3A0-7945-BFB3-ED99FFEB2647}">
      <dgm:prSet/>
      <dgm:spPr/>
      <dgm:t>
        <a:bodyPr/>
        <a:lstStyle/>
        <a:p>
          <a:endParaRPr lang="fr-FR"/>
        </a:p>
      </dgm:t>
    </dgm:pt>
    <dgm:pt modelId="{BF5D1BC2-F6C2-B744-80FF-B10043DD7A06}">
      <dgm:prSet custT="1"/>
      <dgm:spPr/>
      <dgm:t>
        <a:bodyPr/>
        <a:lstStyle/>
        <a:p>
          <a:r>
            <a:rPr lang="fr-FR" sz="1400" dirty="0"/>
            <a:t>Documentation</a:t>
          </a:r>
        </a:p>
      </dgm:t>
    </dgm:pt>
    <dgm:pt modelId="{BE2C52AB-031A-8B4D-8823-352B5D696D82}" type="parTrans" cxnId="{E7F5CE3F-D458-9E4A-A34D-CA3DCE32FB8E}">
      <dgm:prSet/>
      <dgm:spPr/>
      <dgm:t>
        <a:bodyPr/>
        <a:lstStyle/>
        <a:p>
          <a:endParaRPr lang="fr-FR"/>
        </a:p>
      </dgm:t>
    </dgm:pt>
    <dgm:pt modelId="{3ECD67A6-2D9E-674F-8C30-A33EC6296146}" type="sibTrans" cxnId="{E7F5CE3F-D458-9E4A-A34D-CA3DCE32FB8E}">
      <dgm:prSet/>
      <dgm:spPr/>
      <dgm:t>
        <a:bodyPr/>
        <a:lstStyle/>
        <a:p>
          <a:endParaRPr lang="fr-FR"/>
        </a:p>
      </dgm:t>
    </dgm:pt>
    <dgm:pt modelId="{44C5CCCB-A78E-9543-A93E-2E9EB9FF6DC5}" type="pres">
      <dgm:prSet presAssocID="{FF1F95CB-92C5-F942-AFDD-B1F4BCF1B98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A25E9BE-30CD-1E4B-9C6B-30480CB0919D}" type="pres">
      <dgm:prSet presAssocID="{BAE612CD-E7EE-0148-8195-0D85C9B480F7}" presName="centerShape" presStyleLbl="node0" presStyleIdx="0" presStyleCnt="1" custScaleX="168380"/>
      <dgm:spPr/>
    </dgm:pt>
    <dgm:pt modelId="{E833171F-CDFB-9140-BE0B-F70EA397B907}" type="pres">
      <dgm:prSet presAssocID="{94634839-98D9-4744-A15B-905AEC8EA93A}" presName="Name9" presStyleLbl="parChTrans1D2" presStyleIdx="0" presStyleCnt="6"/>
      <dgm:spPr/>
    </dgm:pt>
    <dgm:pt modelId="{4ED755F1-8275-474E-9CB1-862AD6F1D7E4}" type="pres">
      <dgm:prSet presAssocID="{94634839-98D9-4744-A15B-905AEC8EA93A}" presName="connTx" presStyleLbl="parChTrans1D2" presStyleIdx="0" presStyleCnt="6"/>
      <dgm:spPr/>
    </dgm:pt>
    <dgm:pt modelId="{914E4942-FEEB-6D41-9368-8733AA9A1B7C}" type="pres">
      <dgm:prSet presAssocID="{F1ED19E5-EB2C-5241-A1AD-D798628C1150}" presName="node" presStyleLbl="node1" presStyleIdx="0" presStyleCnt="6" custScaleX="168380">
        <dgm:presLayoutVars>
          <dgm:bulletEnabled val="1"/>
        </dgm:presLayoutVars>
      </dgm:prSet>
      <dgm:spPr/>
    </dgm:pt>
    <dgm:pt modelId="{96314251-FAC0-CA4D-B35B-3660EA00893C}" type="pres">
      <dgm:prSet presAssocID="{DBD7FA20-8AA6-DB4D-90BF-753D0582842D}" presName="Name9" presStyleLbl="parChTrans1D2" presStyleIdx="1" presStyleCnt="6"/>
      <dgm:spPr/>
    </dgm:pt>
    <dgm:pt modelId="{47888B21-F22F-2847-9C51-0898D3221092}" type="pres">
      <dgm:prSet presAssocID="{DBD7FA20-8AA6-DB4D-90BF-753D0582842D}" presName="connTx" presStyleLbl="parChTrans1D2" presStyleIdx="1" presStyleCnt="6"/>
      <dgm:spPr/>
    </dgm:pt>
    <dgm:pt modelId="{2296FA63-691B-BF46-B92C-0DBDCA97B3D2}" type="pres">
      <dgm:prSet presAssocID="{11D6BF15-37B4-A249-94CA-99AD6A628D57}" presName="node" presStyleLbl="node1" presStyleIdx="1" presStyleCnt="6" custScaleX="168380" custRadScaleRad="185017" custRadScaleInc="46579">
        <dgm:presLayoutVars>
          <dgm:bulletEnabled val="1"/>
        </dgm:presLayoutVars>
      </dgm:prSet>
      <dgm:spPr/>
    </dgm:pt>
    <dgm:pt modelId="{D17E0731-AC25-B542-A624-7EAB43C9DD74}" type="pres">
      <dgm:prSet presAssocID="{717B8831-157A-6749-9C83-B3B72FE05B34}" presName="Name9" presStyleLbl="parChTrans1D2" presStyleIdx="2" presStyleCnt="6"/>
      <dgm:spPr/>
    </dgm:pt>
    <dgm:pt modelId="{24BEEBA3-DC32-124F-9B9A-3B16F4BEF2C4}" type="pres">
      <dgm:prSet presAssocID="{717B8831-157A-6749-9C83-B3B72FE05B34}" presName="connTx" presStyleLbl="parChTrans1D2" presStyleIdx="2" presStyleCnt="6"/>
      <dgm:spPr/>
    </dgm:pt>
    <dgm:pt modelId="{644D36E8-2BAA-104C-A555-FF736B9C9ED2}" type="pres">
      <dgm:prSet presAssocID="{5AB9D325-5A4F-4A41-A3CE-EB5E490E5CF7}" presName="node" presStyleLbl="node1" presStyleIdx="2" presStyleCnt="6" custScaleX="168380" custRadScaleRad="195308" custRadScaleInc="-28441">
        <dgm:presLayoutVars>
          <dgm:bulletEnabled val="1"/>
        </dgm:presLayoutVars>
      </dgm:prSet>
      <dgm:spPr/>
    </dgm:pt>
    <dgm:pt modelId="{173BA64E-074A-CE45-B74B-7BAAEB169C9D}" type="pres">
      <dgm:prSet presAssocID="{8C05C9E9-4F5B-D44D-853C-ACBE3E9E7E21}" presName="Name9" presStyleLbl="parChTrans1D2" presStyleIdx="3" presStyleCnt="6"/>
      <dgm:spPr/>
    </dgm:pt>
    <dgm:pt modelId="{1BA03CB0-B35E-F243-92D8-45580F4F9A4D}" type="pres">
      <dgm:prSet presAssocID="{8C05C9E9-4F5B-D44D-853C-ACBE3E9E7E21}" presName="connTx" presStyleLbl="parChTrans1D2" presStyleIdx="3" presStyleCnt="6"/>
      <dgm:spPr/>
    </dgm:pt>
    <dgm:pt modelId="{B52A8278-0141-374A-B71A-EF49A8263C08}" type="pres">
      <dgm:prSet presAssocID="{A5DE60FE-A85D-2B4C-8087-C79541212231}" presName="node" presStyleLbl="node1" presStyleIdx="3" presStyleCnt="6" custScaleX="168380">
        <dgm:presLayoutVars>
          <dgm:bulletEnabled val="1"/>
        </dgm:presLayoutVars>
      </dgm:prSet>
      <dgm:spPr/>
    </dgm:pt>
    <dgm:pt modelId="{241B72B1-54B7-BE48-A3F7-395B6B7FAB15}" type="pres">
      <dgm:prSet presAssocID="{E3597A38-28FA-704C-95F5-7AC4BB3FA4D8}" presName="Name9" presStyleLbl="parChTrans1D2" presStyleIdx="4" presStyleCnt="6"/>
      <dgm:spPr/>
    </dgm:pt>
    <dgm:pt modelId="{A6BD93BF-C25B-0840-AFDF-163674070F19}" type="pres">
      <dgm:prSet presAssocID="{E3597A38-28FA-704C-95F5-7AC4BB3FA4D8}" presName="connTx" presStyleLbl="parChTrans1D2" presStyleIdx="4" presStyleCnt="6"/>
      <dgm:spPr/>
    </dgm:pt>
    <dgm:pt modelId="{F5B08C53-4402-0A48-8FB2-07F1FFAF4FDC}" type="pres">
      <dgm:prSet presAssocID="{C9BC693E-C52E-E74D-9BA6-4CBFEDCFD729}" presName="node" presStyleLbl="node1" presStyleIdx="4" presStyleCnt="6" custScaleX="168380" custRadScaleRad="187208" custRadScaleInc="36601">
        <dgm:presLayoutVars>
          <dgm:bulletEnabled val="1"/>
        </dgm:presLayoutVars>
      </dgm:prSet>
      <dgm:spPr/>
    </dgm:pt>
    <dgm:pt modelId="{6EE5EB1D-B445-0A43-8C69-DB745451AE6B}" type="pres">
      <dgm:prSet presAssocID="{BE2C52AB-031A-8B4D-8823-352B5D696D82}" presName="Name9" presStyleLbl="parChTrans1D2" presStyleIdx="5" presStyleCnt="6"/>
      <dgm:spPr/>
    </dgm:pt>
    <dgm:pt modelId="{5608103C-D97A-AC4A-834B-119E03CDADB8}" type="pres">
      <dgm:prSet presAssocID="{BE2C52AB-031A-8B4D-8823-352B5D696D82}" presName="connTx" presStyleLbl="parChTrans1D2" presStyleIdx="5" presStyleCnt="6"/>
      <dgm:spPr/>
    </dgm:pt>
    <dgm:pt modelId="{76389ED8-B481-6945-99DB-21478C7A31C7}" type="pres">
      <dgm:prSet presAssocID="{BF5D1BC2-F6C2-B744-80FF-B10043DD7A06}" presName="node" presStyleLbl="node1" presStyleIdx="5" presStyleCnt="6" custScaleX="168380" custScaleY="110850" custRadScaleRad="188950" custRadScaleInc="-44539">
        <dgm:presLayoutVars>
          <dgm:bulletEnabled val="1"/>
        </dgm:presLayoutVars>
      </dgm:prSet>
      <dgm:spPr/>
    </dgm:pt>
  </dgm:ptLst>
  <dgm:cxnLst>
    <dgm:cxn modelId="{9B43D008-37C8-E44C-8412-E391104D07DB}" srcId="{BAE612CD-E7EE-0148-8195-0D85C9B480F7}" destId="{F1ED19E5-EB2C-5241-A1AD-D798628C1150}" srcOrd="0" destOrd="0" parTransId="{94634839-98D9-4744-A15B-905AEC8EA93A}" sibTransId="{5F43999A-F072-9442-BD63-2E8B6DC768C9}"/>
    <dgm:cxn modelId="{17B85F09-7644-7A41-BE29-D60DB1FDB54D}" srcId="{FF1F95CB-92C5-F942-AFDD-B1F4BCF1B987}" destId="{BAE612CD-E7EE-0148-8195-0D85C9B480F7}" srcOrd="0" destOrd="0" parTransId="{AC877D9E-A1BF-C74C-B3A2-4D0C5240AAEE}" sibTransId="{DC4EA01A-BEC9-B340-8EF6-6C62BD2CEBC2}"/>
    <dgm:cxn modelId="{16DEF00A-C3BA-784B-BB75-DC404471FB84}" type="presOf" srcId="{DBD7FA20-8AA6-DB4D-90BF-753D0582842D}" destId="{96314251-FAC0-CA4D-B35B-3660EA00893C}" srcOrd="0" destOrd="0" presId="urn:microsoft.com/office/officeart/2005/8/layout/radial1"/>
    <dgm:cxn modelId="{ED983311-B1DE-EB4F-A022-F4C425301981}" type="presOf" srcId="{BE2C52AB-031A-8B4D-8823-352B5D696D82}" destId="{6EE5EB1D-B445-0A43-8C69-DB745451AE6B}" srcOrd="0" destOrd="0" presId="urn:microsoft.com/office/officeart/2005/8/layout/radial1"/>
    <dgm:cxn modelId="{1E221C17-C3A0-7945-BFB3-ED99FFEB2647}" srcId="{BAE612CD-E7EE-0148-8195-0D85C9B480F7}" destId="{C9BC693E-C52E-E74D-9BA6-4CBFEDCFD729}" srcOrd="4" destOrd="0" parTransId="{E3597A38-28FA-704C-95F5-7AC4BB3FA4D8}" sibTransId="{B7B92DBE-CFE0-A648-85E2-861C246924FB}"/>
    <dgm:cxn modelId="{77F5E523-02A1-E040-BB6D-CE0BBD2F970C}" srcId="{BAE612CD-E7EE-0148-8195-0D85C9B480F7}" destId="{5AB9D325-5A4F-4A41-A3CE-EB5E490E5CF7}" srcOrd="2" destOrd="0" parTransId="{717B8831-157A-6749-9C83-B3B72FE05B34}" sibTransId="{C208C811-706C-054A-9DD8-BE7B9C8239EA}"/>
    <dgm:cxn modelId="{3E226527-32C2-5042-B49B-A10A9A4B0DF0}" type="presOf" srcId="{DBD7FA20-8AA6-DB4D-90BF-753D0582842D}" destId="{47888B21-F22F-2847-9C51-0898D3221092}" srcOrd="1" destOrd="0" presId="urn:microsoft.com/office/officeart/2005/8/layout/radial1"/>
    <dgm:cxn modelId="{40341130-45DC-6A44-A495-574872072023}" type="presOf" srcId="{8C05C9E9-4F5B-D44D-853C-ACBE3E9E7E21}" destId="{173BA64E-074A-CE45-B74B-7BAAEB169C9D}" srcOrd="0" destOrd="0" presId="urn:microsoft.com/office/officeart/2005/8/layout/radial1"/>
    <dgm:cxn modelId="{33640C37-7582-6E42-B643-2165BB23FC97}" srcId="{BAE612CD-E7EE-0148-8195-0D85C9B480F7}" destId="{A5DE60FE-A85D-2B4C-8087-C79541212231}" srcOrd="3" destOrd="0" parTransId="{8C05C9E9-4F5B-D44D-853C-ACBE3E9E7E21}" sibTransId="{557A7C94-3DAC-C243-A1DF-BEDDDD911084}"/>
    <dgm:cxn modelId="{8678843D-798C-8F4A-91B0-ADA68B77A6BF}" type="presOf" srcId="{FF1F95CB-92C5-F942-AFDD-B1F4BCF1B987}" destId="{44C5CCCB-A78E-9543-A93E-2E9EB9FF6DC5}" srcOrd="0" destOrd="0" presId="urn:microsoft.com/office/officeart/2005/8/layout/radial1"/>
    <dgm:cxn modelId="{E7F5CE3F-D458-9E4A-A34D-CA3DCE32FB8E}" srcId="{BAE612CD-E7EE-0148-8195-0D85C9B480F7}" destId="{BF5D1BC2-F6C2-B744-80FF-B10043DD7A06}" srcOrd="5" destOrd="0" parTransId="{BE2C52AB-031A-8B4D-8823-352B5D696D82}" sibTransId="{3ECD67A6-2D9E-674F-8C30-A33EC6296146}"/>
    <dgm:cxn modelId="{85286A41-299F-2F46-A232-C77CF4C6B2DD}" type="presOf" srcId="{94634839-98D9-4744-A15B-905AEC8EA93A}" destId="{E833171F-CDFB-9140-BE0B-F70EA397B907}" srcOrd="0" destOrd="0" presId="urn:microsoft.com/office/officeart/2005/8/layout/radial1"/>
    <dgm:cxn modelId="{08EF9B44-0041-EB45-B8C6-3ED2FA790608}" srcId="{BAE612CD-E7EE-0148-8195-0D85C9B480F7}" destId="{11D6BF15-37B4-A249-94CA-99AD6A628D57}" srcOrd="1" destOrd="0" parTransId="{DBD7FA20-8AA6-DB4D-90BF-753D0582842D}" sibTransId="{BF6440CB-307B-A84F-BB10-082B1B57E88C}"/>
    <dgm:cxn modelId="{146DA048-5A3D-CE4D-A698-DA413802AA70}" type="presOf" srcId="{E3597A38-28FA-704C-95F5-7AC4BB3FA4D8}" destId="{241B72B1-54B7-BE48-A3F7-395B6B7FAB15}" srcOrd="0" destOrd="0" presId="urn:microsoft.com/office/officeart/2005/8/layout/radial1"/>
    <dgm:cxn modelId="{2D12CF4D-2C57-4D4E-BD20-885363047BF0}" type="presOf" srcId="{A5DE60FE-A85D-2B4C-8087-C79541212231}" destId="{B52A8278-0141-374A-B71A-EF49A8263C08}" srcOrd="0" destOrd="0" presId="urn:microsoft.com/office/officeart/2005/8/layout/radial1"/>
    <dgm:cxn modelId="{57DAC04E-FBE8-2743-87F0-651C65986036}" type="presOf" srcId="{8C05C9E9-4F5B-D44D-853C-ACBE3E9E7E21}" destId="{1BA03CB0-B35E-F243-92D8-45580F4F9A4D}" srcOrd="1" destOrd="0" presId="urn:microsoft.com/office/officeart/2005/8/layout/radial1"/>
    <dgm:cxn modelId="{9A1FA85D-3B41-5C4F-8D0B-CA3E14E32165}" type="presOf" srcId="{F1ED19E5-EB2C-5241-A1AD-D798628C1150}" destId="{914E4942-FEEB-6D41-9368-8733AA9A1B7C}" srcOrd="0" destOrd="0" presId="urn:microsoft.com/office/officeart/2005/8/layout/radial1"/>
    <dgm:cxn modelId="{452FB05E-17C4-7140-932F-4070A17A7656}" type="presOf" srcId="{94634839-98D9-4744-A15B-905AEC8EA93A}" destId="{4ED755F1-8275-474E-9CB1-862AD6F1D7E4}" srcOrd="1" destOrd="0" presId="urn:microsoft.com/office/officeart/2005/8/layout/radial1"/>
    <dgm:cxn modelId="{828F7079-B73E-AF41-BFCB-F8F3F0C12977}" type="presOf" srcId="{717B8831-157A-6749-9C83-B3B72FE05B34}" destId="{24BEEBA3-DC32-124F-9B9A-3B16F4BEF2C4}" srcOrd="1" destOrd="0" presId="urn:microsoft.com/office/officeart/2005/8/layout/radial1"/>
    <dgm:cxn modelId="{8BE2A081-AA99-F240-B07D-0B909691A687}" type="presOf" srcId="{E3597A38-28FA-704C-95F5-7AC4BB3FA4D8}" destId="{A6BD93BF-C25B-0840-AFDF-163674070F19}" srcOrd="1" destOrd="0" presId="urn:microsoft.com/office/officeart/2005/8/layout/radial1"/>
    <dgm:cxn modelId="{FF90718A-5BB3-5A4B-9B92-3E426783515C}" type="presOf" srcId="{717B8831-157A-6749-9C83-B3B72FE05B34}" destId="{D17E0731-AC25-B542-A624-7EAB43C9DD74}" srcOrd="0" destOrd="0" presId="urn:microsoft.com/office/officeart/2005/8/layout/radial1"/>
    <dgm:cxn modelId="{DDFD2A91-85ED-544C-B4DA-E236D35CC175}" type="presOf" srcId="{11D6BF15-37B4-A249-94CA-99AD6A628D57}" destId="{2296FA63-691B-BF46-B92C-0DBDCA97B3D2}" srcOrd="0" destOrd="0" presId="urn:microsoft.com/office/officeart/2005/8/layout/radial1"/>
    <dgm:cxn modelId="{930EBFAC-66AE-0341-B915-4F43B192CDF1}" type="presOf" srcId="{C9BC693E-C52E-E74D-9BA6-4CBFEDCFD729}" destId="{F5B08C53-4402-0A48-8FB2-07F1FFAF4FDC}" srcOrd="0" destOrd="0" presId="urn:microsoft.com/office/officeart/2005/8/layout/radial1"/>
    <dgm:cxn modelId="{F3F93DC9-A507-C84E-B406-C40B87871A6C}" type="presOf" srcId="{BE2C52AB-031A-8B4D-8823-352B5D696D82}" destId="{5608103C-D97A-AC4A-834B-119E03CDADB8}" srcOrd="1" destOrd="0" presId="urn:microsoft.com/office/officeart/2005/8/layout/radial1"/>
    <dgm:cxn modelId="{981519D9-BDB9-F84C-9097-C38ADA48F160}" type="presOf" srcId="{BAE612CD-E7EE-0148-8195-0D85C9B480F7}" destId="{7A25E9BE-30CD-1E4B-9C6B-30480CB0919D}" srcOrd="0" destOrd="0" presId="urn:microsoft.com/office/officeart/2005/8/layout/radial1"/>
    <dgm:cxn modelId="{2ADCD8D9-C3E2-3E4C-A736-AA288172C3B6}" type="presOf" srcId="{5AB9D325-5A4F-4A41-A3CE-EB5E490E5CF7}" destId="{644D36E8-2BAA-104C-A555-FF736B9C9ED2}" srcOrd="0" destOrd="0" presId="urn:microsoft.com/office/officeart/2005/8/layout/radial1"/>
    <dgm:cxn modelId="{7DCF54F8-03D4-7C48-89BA-C6653185E720}" type="presOf" srcId="{BF5D1BC2-F6C2-B744-80FF-B10043DD7A06}" destId="{76389ED8-B481-6945-99DB-21478C7A31C7}" srcOrd="0" destOrd="0" presId="urn:microsoft.com/office/officeart/2005/8/layout/radial1"/>
    <dgm:cxn modelId="{55E933EC-5CDF-8140-BA2D-A0FAD3DCEE8D}" type="presParOf" srcId="{44C5CCCB-A78E-9543-A93E-2E9EB9FF6DC5}" destId="{7A25E9BE-30CD-1E4B-9C6B-30480CB0919D}" srcOrd="0" destOrd="0" presId="urn:microsoft.com/office/officeart/2005/8/layout/radial1"/>
    <dgm:cxn modelId="{9B65DF97-3726-064F-9F6C-756FAC7CD725}" type="presParOf" srcId="{44C5CCCB-A78E-9543-A93E-2E9EB9FF6DC5}" destId="{E833171F-CDFB-9140-BE0B-F70EA397B907}" srcOrd="1" destOrd="0" presId="urn:microsoft.com/office/officeart/2005/8/layout/radial1"/>
    <dgm:cxn modelId="{50E5AF2F-2D19-F549-BA62-FCB201C3AA81}" type="presParOf" srcId="{E833171F-CDFB-9140-BE0B-F70EA397B907}" destId="{4ED755F1-8275-474E-9CB1-862AD6F1D7E4}" srcOrd="0" destOrd="0" presId="urn:microsoft.com/office/officeart/2005/8/layout/radial1"/>
    <dgm:cxn modelId="{3E706C18-58B0-A046-8E83-3C0EF4C3BD30}" type="presParOf" srcId="{44C5CCCB-A78E-9543-A93E-2E9EB9FF6DC5}" destId="{914E4942-FEEB-6D41-9368-8733AA9A1B7C}" srcOrd="2" destOrd="0" presId="urn:microsoft.com/office/officeart/2005/8/layout/radial1"/>
    <dgm:cxn modelId="{2C46B518-ABD2-5D4F-BE10-A475AA253505}" type="presParOf" srcId="{44C5CCCB-A78E-9543-A93E-2E9EB9FF6DC5}" destId="{96314251-FAC0-CA4D-B35B-3660EA00893C}" srcOrd="3" destOrd="0" presId="urn:microsoft.com/office/officeart/2005/8/layout/radial1"/>
    <dgm:cxn modelId="{EB596642-7E7D-4D4A-98CF-8805547382F3}" type="presParOf" srcId="{96314251-FAC0-CA4D-B35B-3660EA00893C}" destId="{47888B21-F22F-2847-9C51-0898D3221092}" srcOrd="0" destOrd="0" presId="urn:microsoft.com/office/officeart/2005/8/layout/radial1"/>
    <dgm:cxn modelId="{3318723A-A75B-1E47-9E94-5F82A2A08454}" type="presParOf" srcId="{44C5CCCB-A78E-9543-A93E-2E9EB9FF6DC5}" destId="{2296FA63-691B-BF46-B92C-0DBDCA97B3D2}" srcOrd="4" destOrd="0" presId="urn:microsoft.com/office/officeart/2005/8/layout/radial1"/>
    <dgm:cxn modelId="{73924C04-3963-3541-863A-6B0F2B321866}" type="presParOf" srcId="{44C5CCCB-A78E-9543-A93E-2E9EB9FF6DC5}" destId="{D17E0731-AC25-B542-A624-7EAB43C9DD74}" srcOrd="5" destOrd="0" presId="urn:microsoft.com/office/officeart/2005/8/layout/radial1"/>
    <dgm:cxn modelId="{533D3C4D-B7E1-BA47-9733-200D54B3BB04}" type="presParOf" srcId="{D17E0731-AC25-B542-A624-7EAB43C9DD74}" destId="{24BEEBA3-DC32-124F-9B9A-3B16F4BEF2C4}" srcOrd="0" destOrd="0" presId="urn:microsoft.com/office/officeart/2005/8/layout/radial1"/>
    <dgm:cxn modelId="{64B2BFD1-C685-C447-A32C-28A9E95FDBBA}" type="presParOf" srcId="{44C5CCCB-A78E-9543-A93E-2E9EB9FF6DC5}" destId="{644D36E8-2BAA-104C-A555-FF736B9C9ED2}" srcOrd="6" destOrd="0" presId="urn:microsoft.com/office/officeart/2005/8/layout/radial1"/>
    <dgm:cxn modelId="{A60F52DF-38FE-7E43-A2D5-5889A5C8E980}" type="presParOf" srcId="{44C5CCCB-A78E-9543-A93E-2E9EB9FF6DC5}" destId="{173BA64E-074A-CE45-B74B-7BAAEB169C9D}" srcOrd="7" destOrd="0" presId="urn:microsoft.com/office/officeart/2005/8/layout/radial1"/>
    <dgm:cxn modelId="{55972209-4910-A14D-BC38-93026514D58B}" type="presParOf" srcId="{173BA64E-074A-CE45-B74B-7BAAEB169C9D}" destId="{1BA03CB0-B35E-F243-92D8-45580F4F9A4D}" srcOrd="0" destOrd="0" presId="urn:microsoft.com/office/officeart/2005/8/layout/radial1"/>
    <dgm:cxn modelId="{D5E1873F-0489-A54F-8231-8E22FCB9FD6F}" type="presParOf" srcId="{44C5CCCB-A78E-9543-A93E-2E9EB9FF6DC5}" destId="{B52A8278-0141-374A-B71A-EF49A8263C08}" srcOrd="8" destOrd="0" presId="urn:microsoft.com/office/officeart/2005/8/layout/radial1"/>
    <dgm:cxn modelId="{401DA57B-2EBA-0B4D-82D1-47F68006A7BF}" type="presParOf" srcId="{44C5CCCB-A78E-9543-A93E-2E9EB9FF6DC5}" destId="{241B72B1-54B7-BE48-A3F7-395B6B7FAB15}" srcOrd="9" destOrd="0" presId="urn:microsoft.com/office/officeart/2005/8/layout/radial1"/>
    <dgm:cxn modelId="{0A947FCA-7CF2-C54F-90BB-67B5870A0912}" type="presParOf" srcId="{241B72B1-54B7-BE48-A3F7-395B6B7FAB15}" destId="{A6BD93BF-C25B-0840-AFDF-163674070F19}" srcOrd="0" destOrd="0" presId="urn:microsoft.com/office/officeart/2005/8/layout/radial1"/>
    <dgm:cxn modelId="{3E8FED71-540F-A445-910D-E1441429A5E9}" type="presParOf" srcId="{44C5CCCB-A78E-9543-A93E-2E9EB9FF6DC5}" destId="{F5B08C53-4402-0A48-8FB2-07F1FFAF4FDC}" srcOrd="10" destOrd="0" presId="urn:microsoft.com/office/officeart/2005/8/layout/radial1"/>
    <dgm:cxn modelId="{E58846D7-8F15-9446-B1B5-8AA67B8C497D}" type="presParOf" srcId="{44C5CCCB-A78E-9543-A93E-2E9EB9FF6DC5}" destId="{6EE5EB1D-B445-0A43-8C69-DB745451AE6B}" srcOrd="11" destOrd="0" presId="urn:microsoft.com/office/officeart/2005/8/layout/radial1"/>
    <dgm:cxn modelId="{C4AEBFC7-BDC0-2F4C-A646-450E2DAF5FFF}" type="presParOf" srcId="{6EE5EB1D-B445-0A43-8C69-DB745451AE6B}" destId="{5608103C-D97A-AC4A-834B-119E03CDADB8}" srcOrd="0" destOrd="0" presId="urn:microsoft.com/office/officeart/2005/8/layout/radial1"/>
    <dgm:cxn modelId="{4D22B59E-4A4A-D548-8E6F-41419EE33642}" type="presParOf" srcId="{44C5CCCB-A78E-9543-A93E-2E9EB9FF6DC5}" destId="{76389ED8-B481-6945-99DB-21478C7A31C7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806056-F261-3546-AD1C-552CA039521F}">
      <dsp:nvSpPr>
        <dsp:cNvPr id="0" name=""/>
        <dsp:cNvSpPr/>
      </dsp:nvSpPr>
      <dsp:spPr>
        <a:xfrm>
          <a:off x="0" y="2010617"/>
          <a:ext cx="7121851" cy="1319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Mise en place d’une équipe référencement</a:t>
          </a:r>
        </a:p>
      </dsp:txBody>
      <dsp:txXfrm>
        <a:off x="0" y="2010617"/>
        <a:ext cx="7121851" cy="712358"/>
      </dsp:txXfrm>
    </dsp:sp>
    <dsp:sp modelId="{FED1C3F5-C8B9-3E40-B6DD-958F5DBFDD7F}">
      <dsp:nvSpPr>
        <dsp:cNvPr id="0" name=""/>
        <dsp:cNvSpPr/>
      </dsp:nvSpPr>
      <dsp:spPr>
        <a:xfrm>
          <a:off x="0" y="2696592"/>
          <a:ext cx="7121851" cy="6068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2 personnes </a:t>
          </a:r>
        </a:p>
      </dsp:txBody>
      <dsp:txXfrm>
        <a:off x="0" y="2696592"/>
        <a:ext cx="7121851" cy="606823"/>
      </dsp:txXfrm>
    </dsp:sp>
    <dsp:sp modelId="{A2FFFFEA-6794-CB42-9CE3-ED309D8373D2}">
      <dsp:nvSpPr>
        <dsp:cNvPr id="0" name=""/>
        <dsp:cNvSpPr/>
      </dsp:nvSpPr>
      <dsp:spPr>
        <a:xfrm rot="10800000">
          <a:off x="0" y="1502"/>
          <a:ext cx="7121851" cy="202890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Erreur de référence</a:t>
          </a:r>
        </a:p>
      </dsp:txBody>
      <dsp:txXfrm rot="-10800000">
        <a:off x="0" y="1502"/>
        <a:ext cx="7121851" cy="712144"/>
      </dsp:txXfrm>
    </dsp:sp>
    <dsp:sp modelId="{C1D9F5DD-6CC7-F640-9A7F-95954F855780}">
      <dsp:nvSpPr>
        <dsp:cNvPr id="0" name=""/>
        <dsp:cNvSpPr/>
      </dsp:nvSpPr>
      <dsp:spPr>
        <a:xfrm>
          <a:off x="0" y="713647"/>
          <a:ext cx="7121851" cy="6066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1 049 produits - 175 307€</a:t>
          </a:r>
        </a:p>
      </dsp:txBody>
      <dsp:txXfrm>
        <a:off x="0" y="713647"/>
        <a:ext cx="7121851" cy="6066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505E2-AC8F-3B4C-851A-007B1CBBFD98}">
      <dsp:nvSpPr>
        <dsp:cNvPr id="0" name=""/>
        <dsp:cNvSpPr/>
      </dsp:nvSpPr>
      <dsp:spPr>
        <a:xfrm>
          <a:off x="0" y="2123329"/>
          <a:ext cx="6987411" cy="139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Proposition systématique de remise</a:t>
          </a:r>
        </a:p>
      </dsp:txBody>
      <dsp:txXfrm>
        <a:off x="0" y="2123329"/>
        <a:ext cx="6987411" cy="1393134"/>
      </dsp:txXfrm>
    </dsp:sp>
    <dsp:sp modelId="{ECEB020F-37D2-FD43-90EE-CB73BA009BA9}">
      <dsp:nvSpPr>
        <dsp:cNvPr id="0" name=""/>
        <dsp:cNvSpPr/>
      </dsp:nvSpPr>
      <dsp:spPr>
        <a:xfrm rot="10800000">
          <a:off x="0" y="1586"/>
          <a:ext cx="6987411" cy="214264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Produit livré abimé</a:t>
          </a:r>
        </a:p>
      </dsp:txBody>
      <dsp:txXfrm rot="-10800000">
        <a:off x="0" y="1586"/>
        <a:ext cx="6987411" cy="752066"/>
      </dsp:txXfrm>
    </dsp:sp>
    <dsp:sp modelId="{223F3123-201E-9D4E-A3DE-03D64AC19772}">
      <dsp:nvSpPr>
        <dsp:cNvPr id="0" name=""/>
        <dsp:cNvSpPr/>
      </dsp:nvSpPr>
      <dsp:spPr>
        <a:xfrm>
          <a:off x="0" y="753653"/>
          <a:ext cx="6987411" cy="640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 1 016 produits – 128 604€   </a:t>
          </a:r>
        </a:p>
      </dsp:txBody>
      <dsp:txXfrm>
        <a:off x="0" y="753653"/>
        <a:ext cx="6987411" cy="6406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B43E5-B185-2F4E-A403-CB3B4A134A92}">
      <dsp:nvSpPr>
        <dsp:cNvPr id="0" name=""/>
        <dsp:cNvSpPr/>
      </dsp:nvSpPr>
      <dsp:spPr>
        <a:xfrm>
          <a:off x="0" y="2123329"/>
          <a:ext cx="7378262" cy="139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Relance des clients</a:t>
          </a:r>
        </a:p>
      </dsp:txBody>
      <dsp:txXfrm>
        <a:off x="0" y="2123329"/>
        <a:ext cx="7378262" cy="752292"/>
      </dsp:txXfrm>
    </dsp:sp>
    <dsp:sp modelId="{147EB748-3F0A-3249-9135-AD9DB67AC052}">
      <dsp:nvSpPr>
        <dsp:cNvPr id="0" name=""/>
        <dsp:cNvSpPr/>
      </dsp:nvSpPr>
      <dsp:spPr>
        <a:xfrm>
          <a:off x="0" y="2847759"/>
          <a:ext cx="7378262" cy="6408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Relance sms ou mail tous les 2 jours</a:t>
          </a:r>
        </a:p>
      </dsp:txBody>
      <dsp:txXfrm>
        <a:off x="0" y="2847759"/>
        <a:ext cx="7378262" cy="640841"/>
      </dsp:txXfrm>
    </dsp:sp>
    <dsp:sp modelId="{FC386AA9-0A5A-9D48-B74F-01BC913E1857}">
      <dsp:nvSpPr>
        <dsp:cNvPr id="0" name=""/>
        <dsp:cNvSpPr/>
      </dsp:nvSpPr>
      <dsp:spPr>
        <a:xfrm rot="10800000">
          <a:off x="0" y="1586"/>
          <a:ext cx="7378262" cy="214264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Colis non réclamé</a:t>
          </a:r>
        </a:p>
      </dsp:txBody>
      <dsp:txXfrm rot="-10800000">
        <a:off x="0" y="1586"/>
        <a:ext cx="7378262" cy="752066"/>
      </dsp:txXfrm>
    </dsp:sp>
    <dsp:sp modelId="{154EBF05-AE4A-5840-AA93-E941F4CDA041}">
      <dsp:nvSpPr>
        <dsp:cNvPr id="0" name=""/>
        <dsp:cNvSpPr/>
      </dsp:nvSpPr>
      <dsp:spPr>
        <a:xfrm>
          <a:off x="0" y="753653"/>
          <a:ext cx="7378262" cy="640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1 264 colis – 178 008€  </a:t>
          </a:r>
        </a:p>
      </dsp:txBody>
      <dsp:txXfrm>
        <a:off x="0" y="753653"/>
        <a:ext cx="7378262" cy="6406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273EB-335A-7547-89FE-1212E354762E}">
      <dsp:nvSpPr>
        <dsp:cNvPr id="0" name=""/>
        <dsp:cNvSpPr/>
      </dsp:nvSpPr>
      <dsp:spPr>
        <a:xfrm>
          <a:off x="0" y="2123329"/>
          <a:ext cx="7428517" cy="139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Relance des transporteurs</a:t>
          </a:r>
        </a:p>
      </dsp:txBody>
      <dsp:txXfrm>
        <a:off x="0" y="2123329"/>
        <a:ext cx="7428517" cy="752292"/>
      </dsp:txXfrm>
    </dsp:sp>
    <dsp:sp modelId="{F1E37CC3-B413-4940-A454-EAD11FE8A7DC}">
      <dsp:nvSpPr>
        <dsp:cNvPr id="0" name=""/>
        <dsp:cNvSpPr/>
      </dsp:nvSpPr>
      <dsp:spPr>
        <a:xfrm>
          <a:off x="0" y="2847759"/>
          <a:ext cx="7428517" cy="6408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Relance mail tous les matins + mise en place de KPI hebdomadaire</a:t>
          </a:r>
        </a:p>
      </dsp:txBody>
      <dsp:txXfrm>
        <a:off x="0" y="2847759"/>
        <a:ext cx="7428517" cy="640841"/>
      </dsp:txXfrm>
    </dsp:sp>
    <dsp:sp modelId="{C3B1CA5C-0096-9046-B02C-761E55B5F4E6}">
      <dsp:nvSpPr>
        <dsp:cNvPr id="0" name=""/>
        <dsp:cNvSpPr/>
      </dsp:nvSpPr>
      <dsp:spPr>
        <a:xfrm rot="10800000">
          <a:off x="0" y="1586"/>
          <a:ext cx="7428517" cy="214264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Colis non distribué au client</a:t>
          </a:r>
        </a:p>
      </dsp:txBody>
      <dsp:txXfrm rot="-10800000">
        <a:off x="0" y="1586"/>
        <a:ext cx="7428517" cy="752066"/>
      </dsp:txXfrm>
    </dsp:sp>
    <dsp:sp modelId="{E4152DAB-2284-AF44-AB8B-40B1124B8C46}">
      <dsp:nvSpPr>
        <dsp:cNvPr id="0" name=""/>
        <dsp:cNvSpPr/>
      </dsp:nvSpPr>
      <dsp:spPr>
        <a:xfrm>
          <a:off x="0" y="753653"/>
          <a:ext cx="7428517" cy="640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1 469 colis – 193 095€ </a:t>
          </a:r>
        </a:p>
      </dsp:txBody>
      <dsp:txXfrm>
        <a:off x="0" y="753653"/>
        <a:ext cx="7428517" cy="6406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3AD00-3517-1748-8481-18161E57212C}">
      <dsp:nvSpPr>
        <dsp:cNvPr id="0" name=""/>
        <dsp:cNvSpPr/>
      </dsp:nvSpPr>
      <dsp:spPr>
        <a:xfrm>
          <a:off x="0" y="2123329"/>
          <a:ext cx="7396986" cy="1393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Transporteurs</a:t>
          </a:r>
        </a:p>
      </dsp:txBody>
      <dsp:txXfrm>
        <a:off x="0" y="2123329"/>
        <a:ext cx="7396986" cy="752292"/>
      </dsp:txXfrm>
    </dsp:sp>
    <dsp:sp modelId="{184A895B-E62B-3541-A2CF-15D80211AE65}">
      <dsp:nvSpPr>
        <dsp:cNvPr id="0" name=""/>
        <dsp:cNvSpPr/>
      </dsp:nvSpPr>
      <dsp:spPr>
        <a:xfrm>
          <a:off x="0" y="2847759"/>
          <a:ext cx="7396986" cy="6408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Mise en place de pénalité</a:t>
          </a:r>
        </a:p>
      </dsp:txBody>
      <dsp:txXfrm>
        <a:off x="0" y="2847759"/>
        <a:ext cx="7396986" cy="640841"/>
      </dsp:txXfrm>
    </dsp:sp>
    <dsp:sp modelId="{7AD49C6F-D9E7-5E45-8E52-D39F58429143}">
      <dsp:nvSpPr>
        <dsp:cNvPr id="0" name=""/>
        <dsp:cNvSpPr/>
      </dsp:nvSpPr>
      <dsp:spPr>
        <a:xfrm rot="10800000">
          <a:off x="0" y="1586"/>
          <a:ext cx="7396986" cy="214264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Colis non livré au client – retour détérioré</a:t>
          </a:r>
        </a:p>
      </dsp:txBody>
      <dsp:txXfrm rot="-10800000">
        <a:off x="0" y="1586"/>
        <a:ext cx="7396986" cy="752066"/>
      </dsp:txXfrm>
    </dsp:sp>
    <dsp:sp modelId="{D350A738-E297-E54C-8A94-C745EB36D2E8}">
      <dsp:nvSpPr>
        <dsp:cNvPr id="0" name=""/>
        <dsp:cNvSpPr/>
      </dsp:nvSpPr>
      <dsp:spPr>
        <a:xfrm>
          <a:off x="0" y="753653"/>
          <a:ext cx="7396986" cy="640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314 colis – 58 929€ </a:t>
          </a:r>
        </a:p>
      </dsp:txBody>
      <dsp:txXfrm>
        <a:off x="0" y="753653"/>
        <a:ext cx="7396986" cy="6406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8A4B6-8538-0D46-8DA0-C90D8955C9F4}">
      <dsp:nvSpPr>
        <dsp:cNvPr id="0" name=""/>
        <dsp:cNvSpPr/>
      </dsp:nvSpPr>
      <dsp:spPr>
        <a:xfrm>
          <a:off x="2864" y="1114393"/>
          <a:ext cx="2921732" cy="1835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Produits détériorés</a:t>
          </a:r>
        </a:p>
      </dsp:txBody>
      <dsp:txXfrm>
        <a:off x="56616" y="1168145"/>
        <a:ext cx="2814228" cy="1727709"/>
      </dsp:txXfrm>
    </dsp:sp>
    <dsp:sp modelId="{3E215BF0-5777-1B4F-B73B-85BDA3967DF9}">
      <dsp:nvSpPr>
        <dsp:cNvPr id="0" name=""/>
        <dsp:cNvSpPr/>
      </dsp:nvSpPr>
      <dsp:spPr>
        <a:xfrm>
          <a:off x="3216769" y="1669705"/>
          <a:ext cx="619407" cy="72458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300" kern="1200"/>
        </a:p>
      </dsp:txBody>
      <dsp:txXfrm>
        <a:off x="3216769" y="1814623"/>
        <a:ext cx="433585" cy="434753"/>
      </dsp:txXfrm>
    </dsp:sp>
    <dsp:sp modelId="{0E4EE583-3721-494F-877F-B01BA22DC6F5}">
      <dsp:nvSpPr>
        <dsp:cNvPr id="0" name=""/>
        <dsp:cNvSpPr/>
      </dsp:nvSpPr>
      <dsp:spPr>
        <a:xfrm>
          <a:off x="4093289" y="1114393"/>
          <a:ext cx="3061391" cy="18352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Création d’un service « seconde vie – reconditionné »</a:t>
          </a:r>
        </a:p>
      </dsp:txBody>
      <dsp:txXfrm>
        <a:off x="4147041" y="1168145"/>
        <a:ext cx="2953887" cy="17277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A5D16-163F-8543-AD28-8649B9577F86}">
      <dsp:nvSpPr>
        <dsp:cNvPr id="0" name=""/>
        <dsp:cNvSpPr/>
      </dsp:nvSpPr>
      <dsp:spPr>
        <a:xfrm>
          <a:off x="2136" y="1185487"/>
          <a:ext cx="2821709" cy="16930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Produits abimés</a:t>
          </a:r>
        </a:p>
      </dsp:txBody>
      <dsp:txXfrm>
        <a:off x="51723" y="1235074"/>
        <a:ext cx="2722535" cy="1593851"/>
      </dsp:txXfrm>
    </dsp:sp>
    <dsp:sp modelId="{FCCFCD20-0258-2D4E-B99D-53711778D02C}">
      <dsp:nvSpPr>
        <dsp:cNvPr id="0" name=""/>
        <dsp:cNvSpPr/>
      </dsp:nvSpPr>
      <dsp:spPr>
        <a:xfrm>
          <a:off x="3106016" y="1682108"/>
          <a:ext cx="598202" cy="6997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500" kern="1200"/>
        </a:p>
      </dsp:txBody>
      <dsp:txXfrm>
        <a:off x="3106016" y="1822065"/>
        <a:ext cx="418741" cy="419869"/>
      </dsp:txXfrm>
    </dsp:sp>
    <dsp:sp modelId="{0B01F204-AB0A-5A4A-9F1F-AB8D4FE40010}">
      <dsp:nvSpPr>
        <dsp:cNvPr id="0" name=""/>
        <dsp:cNvSpPr/>
      </dsp:nvSpPr>
      <dsp:spPr>
        <a:xfrm>
          <a:off x="3952529" y="1185487"/>
          <a:ext cx="2908589" cy="16930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Vente en lots promotionnels</a:t>
          </a:r>
        </a:p>
      </dsp:txBody>
      <dsp:txXfrm>
        <a:off x="4002116" y="1235074"/>
        <a:ext cx="2809415" cy="159385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B4B00-A702-214A-BC13-0BFD872566B1}">
      <dsp:nvSpPr>
        <dsp:cNvPr id="0" name=""/>
        <dsp:cNvSpPr/>
      </dsp:nvSpPr>
      <dsp:spPr>
        <a:xfrm>
          <a:off x="1471" y="1090870"/>
          <a:ext cx="3137099" cy="18822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Produits cassés</a:t>
          </a:r>
        </a:p>
      </dsp:txBody>
      <dsp:txXfrm>
        <a:off x="56600" y="1145999"/>
        <a:ext cx="3026841" cy="1772001"/>
      </dsp:txXfrm>
    </dsp:sp>
    <dsp:sp modelId="{6BEF33C7-EBAB-E44A-BFD9-6282A7C60198}">
      <dsp:nvSpPr>
        <dsp:cNvPr id="0" name=""/>
        <dsp:cNvSpPr/>
      </dsp:nvSpPr>
      <dsp:spPr>
        <a:xfrm>
          <a:off x="3452280" y="1642999"/>
          <a:ext cx="665065" cy="7780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/>
        </a:p>
      </dsp:txBody>
      <dsp:txXfrm>
        <a:off x="3452280" y="1798599"/>
        <a:ext cx="465546" cy="466800"/>
      </dsp:txXfrm>
    </dsp:sp>
    <dsp:sp modelId="{8197486F-B60B-F740-98F2-AFD49543DCD3}">
      <dsp:nvSpPr>
        <dsp:cNvPr id="0" name=""/>
        <dsp:cNvSpPr/>
      </dsp:nvSpPr>
      <dsp:spPr>
        <a:xfrm>
          <a:off x="4393409" y="1090870"/>
          <a:ext cx="3137099" cy="18822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Récupération des pièces pour future vente en pièces détachées</a:t>
          </a:r>
        </a:p>
      </dsp:txBody>
      <dsp:txXfrm>
        <a:off x="4448538" y="1145999"/>
        <a:ext cx="3026841" cy="177200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536FC-E84D-4C44-813B-A04BCCDA3E68}">
      <dsp:nvSpPr>
        <dsp:cNvPr id="0" name=""/>
        <dsp:cNvSpPr/>
      </dsp:nvSpPr>
      <dsp:spPr>
        <a:xfrm>
          <a:off x="1190" y="1270297"/>
          <a:ext cx="2539007" cy="15234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Produits détériorés et/ou cassés</a:t>
          </a:r>
        </a:p>
      </dsp:txBody>
      <dsp:txXfrm>
        <a:off x="45809" y="1314916"/>
        <a:ext cx="2449769" cy="1434166"/>
      </dsp:txXfrm>
    </dsp:sp>
    <dsp:sp modelId="{8DC3ADBE-B107-7D44-9311-0131A93E9CF6}">
      <dsp:nvSpPr>
        <dsp:cNvPr id="0" name=""/>
        <dsp:cNvSpPr/>
      </dsp:nvSpPr>
      <dsp:spPr>
        <a:xfrm>
          <a:off x="2794099" y="1717163"/>
          <a:ext cx="538269" cy="6296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/>
        </a:p>
      </dsp:txBody>
      <dsp:txXfrm>
        <a:off x="2794099" y="1843098"/>
        <a:ext cx="376788" cy="377803"/>
      </dsp:txXfrm>
    </dsp:sp>
    <dsp:sp modelId="{6612AC5E-230C-6445-88DC-7E525AA20DDF}">
      <dsp:nvSpPr>
        <dsp:cNvPr id="0" name=""/>
        <dsp:cNvSpPr/>
      </dsp:nvSpPr>
      <dsp:spPr>
        <a:xfrm>
          <a:off x="3555801" y="1270297"/>
          <a:ext cx="2539007" cy="15234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Création d'un atelier de réparation</a:t>
          </a:r>
        </a:p>
      </dsp:txBody>
      <dsp:txXfrm>
        <a:off x="3600420" y="1314916"/>
        <a:ext cx="2449769" cy="14341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CD355-2308-C044-B18E-CD0BF37F634D}">
      <dsp:nvSpPr>
        <dsp:cNvPr id="0" name=""/>
        <dsp:cNvSpPr/>
      </dsp:nvSpPr>
      <dsp:spPr>
        <a:xfrm>
          <a:off x="1190" y="1270297"/>
          <a:ext cx="2539007" cy="15234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Produits cassés </a:t>
          </a:r>
        </a:p>
      </dsp:txBody>
      <dsp:txXfrm>
        <a:off x="45809" y="1314916"/>
        <a:ext cx="2449769" cy="1434166"/>
      </dsp:txXfrm>
    </dsp:sp>
    <dsp:sp modelId="{2EAE6586-CD6D-284F-BEEB-C4FF0A0C89FE}">
      <dsp:nvSpPr>
        <dsp:cNvPr id="0" name=""/>
        <dsp:cNvSpPr/>
      </dsp:nvSpPr>
      <dsp:spPr>
        <a:xfrm>
          <a:off x="2794099" y="1717163"/>
          <a:ext cx="538269" cy="6296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500" kern="1200"/>
        </a:p>
      </dsp:txBody>
      <dsp:txXfrm>
        <a:off x="2794099" y="1843098"/>
        <a:ext cx="376788" cy="377803"/>
      </dsp:txXfrm>
    </dsp:sp>
    <dsp:sp modelId="{745ABC04-ED44-3C42-B3FA-49E0DD92646A}">
      <dsp:nvSpPr>
        <dsp:cNvPr id="0" name=""/>
        <dsp:cNvSpPr/>
      </dsp:nvSpPr>
      <dsp:spPr>
        <a:xfrm>
          <a:off x="3555801" y="1270297"/>
          <a:ext cx="2539007" cy="15234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Don à des associations </a:t>
          </a:r>
        </a:p>
      </dsp:txBody>
      <dsp:txXfrm>
        <a:off x="3600420" y="1314916"/>
        <a:ext cx="2449769" cy="143416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25E9BE-30CD-1E4B-9C6B-30480CB0919D}">
      <dsp:nvSpPr>
        <dsp:cNvPr id="0" name=""/>
        <dsp:cNvSpPr/>
      </dsp:nvSpPr>
      <dsp:spPr>
        <a:xfrm>
          <a:off x="3776318" y="1351451"/>
          <a:ext cx="1727995" cy="10262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RGPD</a:t>
          </a:r>
        </a:p>
      </dsp:txBody>
      <dsp:txXfrm>
        <a:off x="4029377" y="1501741"/>
        <a:ext cx="1221877" cy="725667"/>
      </dsp:txXfrm>
    </dsp:sp>
    <dsp:sp modelId="{E833171F-CDFB-9140-BE0B-F70EA397B907}">
      <dsp:nvSpPr>
        <dsp:cNvPr id="0" name=""/>
        <dsp:cNvSpPr/>
      </dsp:nvSpPr>
      <dsp:spPr>
        <a:xfrm rot="16200000">
          <a:off x="4485189" y="1186372"/>
          <a:ext cx="310253" cy="19904"/>
        </a:xfrm>
        <a:custGeom>
          <a:avLst/>
          <a:gdLst/>
          <a:ahLst/>
          <a:cxnLst/>
          <a:rect l="0" t="0" r="0" b="0"/>
          <a:pathLst>
            <a:path>
              <a:moveTo>
                <a:pt x="0" y="9952"/>
              </a:moveTo>
              <a:lnTo>
                <a:pt x="310253" y="99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632560" y="1188568"/>
        <a:ext cx="15512" cy="15512"/>
      </dsp:txXfrm>
    </dsp:sp>
    <dsp:sp modelId="{914E4942-FEEB-6D41-9368-8733AA9A1B7C}">
      <dsp:nvSpPr>
        <dsp:cNvPr id="0" name=""/>
        <dsp:cNvSpPr/>
      </dsp:nvSpPr>
      <dsp:spPr>
        <a:xfrm>
          <a:off x="3776318" y="14950"/>
          <a:ext cx="1727995" cy="10262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Minimisation</a:t>
          </a:r>
        </a:p>
      </dsp:txBody>
      <dsp:txXfrm>
        <a:off x="4029377" y="165240"/>
        <a:ext cx="1221877" cy="725667"/>
      </dsp:txXfrm>
    </dsp:sp>
    <dsp:sp modelId="{96314251-FAC0-CA4D-B35B-3660EA00893C}">
      <dsp:nvSpPr>
        <dsp:cNvPr id="0" name=""/>
        <dsp:cNvSpPr/>
      </dsp:nvSpPr>
      <dsp:spPr>
        <a:xfrm rot="20638422">
          <a:off x="5401516" y="1513286"/>
          <a:ext cx="854251" cy="19904"/>
        </a:xfrm>
        <a:custGeom>
          <a:avLst/>
          <a:gdLst/>
          <a:ahLst/>
          <a:cxnLst/>
          <a:rect l="0" t="0" r="0" b="0"/>
          <a:pathLst>
            <a:path>
              <a:moveTo>
                <a:pt x="0" y="9952"/>
              </a:moveTo>
              <a:lnTo>
                <a:pt x="854251" y="99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807286" y="1501881"/>
        <a:ext cx="42712" cy="42712"/>
      </dsp:txXfrm>
    </dsp:sp>
    <dsp:sp modelId="{2296FA63-691B-BF46-B92C-0DBDCA97B3D2}">
      <dsp:nvSpPr>
        <dsp:cNvPr id="0" name=""/>
        <dsp:cNvSpPr/>
      </dsp:nvSpPr>
      <dsp:spPr>
        <a:xfrm>
          <a:off x="6152970" y="668776"/>
          <a:ext cx="1727995" cy="10262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Transparence et consentement</a:t>
          </a:r>
        </a:p>
      </dsp:txBody>
      <dsp:txXfrm>
        <a:off x="6406029" y="819066"/>
        <a:ext cx="1221877" cy="725667"/>
      </dsp:txXfrm>
    </dsp:sp>
    <dsp:sp modelId="{D17E0731-AC25-B542-A624-7EAB43C9DD74}">
      <dsp:nvSpPr>
        <dsp:cNvPr id="0" name=""/>
        <dsp:cNvSpPr/>
      </dsp:nvSpPr>
      <dsp:spPr>
        <a:xfrm rot="1288062">
          <a:off x="5323854" y="2332276"/>
          <a:ext cx="1062126" cy="19904"/>
        </a:xfrm>
        <a:custGeom>
          <a:avLst/>
          <a:gdLst/>
          <a:ahLst/>
          <a:cxnLst/>
          <a:rect l="0" t="0" r="0" b="0"/>
          <a:pathLst>
            <a:path>
              <a:moveTo>
                <a:pt x="0" y="9952"/>
              </a:moveTo>
              <a:lnTo>
                <a:pt x="1062126" y="99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828364" y="2315675"/>
        <a:ext cx="53106" cy="53106"/>
      </dsp:txXfrm>
    </dsp:sp>
    <dsp:sp modelId="{644D36E8-2BAA-104C-A555-FF736B9C9ED2}">
      <dsp:nvSpPr>
        <dsp:cNvPr id="0" name=""/>
        <dsp:cNvSpPr/>
      </dsp:nvSpPr>
      <dsp:spPr>
        <a:xfrm>
          <a:off x="6205521" y="2306758"/>
          <a:ext cx="1727995" cy="10262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Sécurisation</a:t>
          </a:r>
        </a:p>
      </dsp:txBody>
      <dsp:txXfrm>
        <a:off x="6458580" y="2457048"/>
        <a:ext cx="1221877" cy="725667"/>
      </dsp:txXfrm>
    </dsp:sp>
    <dsp:sp modelId="{173BA64E-074A-CE45-B74B-7BAAEB169C9D}">
      <dsp:nvSpPr>
        <dsp:cNvPr id="0" name=""/>
        <dsp:cNvSpPr/>
      </dsp:nvSpPr>
      <dsp:spPr>
        <a:xfrm rot="5400000">
          <a:off x="4485189" y="2522874"/>
          <a:ext cx="310253" cy="19904"/>
        </a:xfrm>
        <a:custGeom>
          <a:avLst/>
          <a:gdLst/>
          <a:ahLst/>
          <a:cxnLst/>
          <a:rect l="0" t="0" r="0" b="0"/>
          <a:pathLst>
            <a:path>
              <a:moveTo>
                <a:pt x="0" y="9952"/>
              </a:moveTo>
              <a:lnTo>
                <a:pt x="310253" y="99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632560" y="2525069"/>
        <a:ext cx="15512" cy="15512"/>
      </dsp:txXfrm>
    </dsp:sp>
    <dsp:sp modelId="{B52A8278-0141-374A-B71A-EF49A8263C08}">
      <dsp:nvSpPr>
        <dsp:cNvPr id="0" name=""/>
        <dsp:cNvSpPr/>
      </dsp:nvSpPr>
      <dsp:spPr>
        <a:xfrm>
          <a:off x="3776318" y="2687953"/>
          <a:ext cx="1727995" cy="10262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Droit d’accès</a:t>
          </a:r>
        </a:p>
      </dsp:txBody>
      <dsp:txXfrm>
        <a:off x="4029377" y="2838243"/>
        <a:ext cx="1221877" cy="725667"/>
      </dsp:txXfrm>
    </dsp:sp>
    <dsp:sp modelId="{241B72B1-54B7-BE48-A3F7-395B6B7FAB15}">
      <dsp:nvSpPr>
        <dsp:cNvPr id="0" name=""/>
        <dsp:cNvSpPr/>
      </dsp:nvSpPr>
      <dsp:spPr>
        <a:xfrm rot="9658818">
          <a:off x="2996973" y="2262321"/>
          <a:ext cx="921243" cy="19904"/>
        </a:xfrm>
        <a:custGeom>
          <a:avLst/>
          <a:gdLst/>
          <a:ahLst/>
          <a:cxnLst/>
          <a:rect l="0" t="0" r="0" b="0"/>
          <a:pathLst>
            <a:path>
              <a:moveTo>
                <a:pt x="0" y="9952"/>
              </a:moveTo>
              <a:lnTo>
                <a:pt x="921243" y="99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3434563" y="2249243"/>
        <a:ext cx="46062" cy="46062"/>
      </dsp:txXfrm>
    </dsp:sp>
    <dsp:sp modelId="{F5B08C53-4402-0A48-8FB2-07F1FFAF4FDC}">
      <dsp:nvSpPr>
        <dsp:cNvPr id="0" name=""/>
        <dsp:cNvSpPr/>
      </dsp:nvSpPr>
      <dsp:spPr>
        <a:xfrm>
          <a:off x="1410875" y="2166848"/>
          <a:ext cx="1727995" cy="10262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Responsabilité</a:t>
          </a:r>
        </a:p>
      </dsp:txBody>
      <dsp:txXfrm>
        <a:off x="1663934" y="2317138"/>
        <a:ext cx="1221877" cy="725667"/>
      </dsp:txXfrm>
    </dsp:sp>
    <dsp:sp modelId="{6EE5EB1D-B445-0A43-8C69-DB745451AE6B}">
      <dsp:nvSpPr>
        <dsp:cNvPr id="0" name=""/>
        <dsp:cNvSpPr/>
      </dsp:nvSpPr>
      <dsp:spPr>
        <a:xfrm rot="11798298">
          <a:off x="2988650" y="1495319"/>
          <a:ext cx="898683" cy="19904"/>
        </a:xfrm>
        <a:custGeom>
          <a:avLst/>
          <a:gdLst/>
          <a:ahLst/>
          <a:cxnLst/>
          <a:rect l="0" t="0" r="0" b="0"/>
          <a:pathLst>
            <a:path>
              <a:moveTo>
                <a:pt x="0" y="9952"/>
              </a:moveTo>
              <a:lnTo>
                <a:pt x="898683" y="99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10800000">
        <a:off x="3415524" y="1482804"/>
        <a:ext cx="44934" cy="44934"/>
      </dsp:txXfrm>
    </dsp:sp>
    <dsp:sp modelId="{76389ED8-B481-6945-99DB-21478C7A31C7}">
      <dsp:nvSpPr>
        <dsp:cNvPr id="0" name=""/>
        <dsp:cNvSpPr/>
      </dsp:nvSpPr>
      <dsp:spPr>
        <a:xfrm>
          <a:off x="1356730" y="572705"/>
          <a:ext cx="1727995" cy="113759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Documentation</a:t>
          </a:r>
        </a:p>
      </dsp:txBody>
      <dsp:txXfrm>
        <a:off x="1609789" y="739302"/>
        <a:ext cx="1221877" cy="804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0272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4381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2888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5579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1615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5343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2335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9722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713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3660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9739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7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03/09/2024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Bénédy JEAN-PHILIPPE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B800C7-350D-39D4-FAB8-61B0A30D4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942587"/>
            <a:ext cx="8520600" cy="2052600"/>
          </a:xfrm>
        </p:spPr>
        <p:txBody>
          <a:bodyPr/>
          <a:lstStyle/>
          <a:p>
            <a:r>
              <a:rPr lang="fr-FR" u="sng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Regaload</a:t>
            </a:r>
            <a:b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>
              <a:effectLst/>
            </a:endParaRPr>
          </a:p>
        </p:txBody>
      </p:sp>
      <p:sp>
        <p:nvSpPr>
          <p:cNvPr id="3" name="Google Shape;61;p4">
            <a:extLst>
              <a:ext uri="{FF2B5EF4-FFF2-40B4-BE49-F238E27FC236}">
                <a16:creationId xmlns:a16="http://schemas.microsoft.com/office/drawing/2014/main" id="{3E5B37D9-2B93-C92E-219B-106D77FFE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Sommaire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28600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Dictionnaire de données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Schéma relationnel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Base de données et les questions des collaborateurs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5 propositions pour réduire le flux de retours</a:t>
            </a:r>
          </a:p>
          <a:p>
            <a:pPr>
              <a:buFont typeface="Wingdings" pitchFamily="2" charset="2"/>
              <a:buChar char="Ø"/>
            </a:pPr>
            <a:r>
              <a:rPr lang="fr-FR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5 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idées pour valoriser les produits en moins bon état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Les règles d’or sur la gestion de base de données en respect de la RGPD</a:t>
            </a:r>
            <a:endParaRPr lang="fr-FR" b="0" i="0" dirty="0">
              <a:solidFill>
                <a:schemeClr val="tx1"/>
              </a:solidFill>
              <a:effectLst/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Introduction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28600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Analyse de l’activité retour</a:t>
            </a:r>
          </a:p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Optimisation des déplacements et des flux retours</a:t>
            </a:r>
          </a:p>
          <a:p>
            <a:pPr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13774 produits ont été retournés (24 motifs différents)</a:t>
            </a:r>
            <a:endParaRPr lang="fr-FR" b="0" i="0" dirty="0">
              <a:solidFill>
                <a:schemeClr val="tx1"/>
              </a:solidFill>
              <a:effectLst/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</p:txBody>
      </p:sp>
      <p:pic>
        <p:nvPicPr>
          <p:cNvPr id="4" name="Image 3" descr="Une image contenant le top 5 des motifs de remboursement les plus utilisés">
            <a:extLst>
              <a:ext uri="{FF2B5EF4-FFF2-40B4-BE49-F238E27FC236}">
                <a16:creationId xmlns:a16="http://schemas.microsoft.com/office/drawing/2014/main" id="{52BBD8B5-3CEB-DD62-E479-C55B04750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626" y="3440103"/>
            <a:ext cx="5700022" cy="144983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F2F3696-5F45-C0CD-D33B-BD5B6EC11D4A}"/>
              </a:ext>
            </a:extLst>
          </p:cNvPr>
          <p:cNvSpPr txBox="1"/>
          <p:nvPr/>
        </p:nvSpPr>
        <p:spPr>
          <a:xfrm>
            <a:off x="2667225" y="2978438"/>
            <a:ext cx="3248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Top 5 des motifs</a:t>
            </a:r>
          </a:p>
        </p:txBody>
      </p:sp>
    </p:spTree>
    <p:extLst>
      <p:ext uri="{BB962C8B-B14F-4D97-AF65-F5344CB8AC3E}">
        <p14:creationId xmlns:p14="http://schemas.microsoft.com/office/powerpoint/2010/main" val="113239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</a:t>
            </a:r>
            <a:r>
              <a:rPr lang="fr-FR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ère</a:t>
            </a:r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proposition pour réduire le flux de retours 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2" name="Diagramme 1" descr="Diagramme qui montre la 1ère proposition pour réduire le flux retours">
            <a:extLst>
              <a:ext uri="{FF2B5EF4-FFF2-40B4-BE49-F238E27FC236}">
                <a16:creationId xmlns:a16="http://schemas.microsoft.com/office/drawing/2014/main" id="{31675D62-27F4-CE56-58EC-3CEA7F5FC6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434887"/>
              </p:ext>
            </p:extLst>
          </p:nvPr>
        </p:nvGraphicFramePr>
        <p:xfrm>
          <a:off x="1206767" y="1571149"/>
          <a:ext cx="7121851" cy="3331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939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</a:t>
            </a:r>
            <a:r>
              <a:rPr lang="fr-FR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ème</a:t>
            </a:r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proposition pour réduire le flux de retours 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6" name="Diagramme 5" descr="Diagramme qui montre la 2ème proposition pour réduire le flux retours">
            <a:extLst>
              <a:ext uri="{FF2B5EF4-FFF2-40B4-BE49-F238E27FC236}">
                <a16:creationId xmlns:a16="http://schemas.microsoft.com/office/drawing/2014/main" id="{C9DF3719-59B5-9682-ADF5-79CDEBB5D2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3949667"/>
              </p:ext>
            </p:extLst>
          </p:nvPr>
        </p:nvGraphicFramePr>
        <p:xfrm>
          <a:off x="1158106" y="1477775"/>
          <a:ext cx="6987411" cy="3518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1468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3</a:t>
            </a:r>
            <a:r>
              <a:rPr lang="fr-FR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ème</a:t>
            </a:r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proposition pour réduire le flux de retours 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4" name="Diagramme 3" descr="Diagramme qui montre la 3ème proposition pour réduire le flux retours">
            <a:extLst>
              <a:ext uri="{FF2B5EF4-FFF2-40B4-BE49-F238E27FC236}">
                <a16:creationId xmlns:a16="http://schemas.microsoft.com/office/drawing/2014/main" id="{122F6D07-1B1F-11DC-BD80-D326216CA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5429269"/>
              </p:ext>
            </p:extLst>
          </p:nvPr>
        </p:nvGraphicFramePr>
        <p:xfrm>
          <a:off x="767256" y="1477775"/>
          <a:ext cx="7378262" cy="3518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252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r>
              <a:rPr lang="fr-FR" sz="2800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ème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 proposition pour réduire le flux de retours 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2" name="Diagramme 1" descr="Diagramme qui montre la 4ème proposition pour réduire le flux retours">
            <a:extLst>
              <a:ext uri="{FF2B5EF4-FFF2-40B4-BE49-F238E27FC236}">
                <a16:creationId xmlns:a16="http://schemas.microsoft.com/office/drawing/2014/main" id="{D90DB7A8-E626-E4E9-E2DD-3C43D1F9E9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7565482"/>
              </p:ext>
            </p:extLst>
          </p:nvPr>
        </p:nvGraphicFramePr>
        <p:xfrm>
          <a:off x="706490" y="1477775"/>
          <a:ext cx="7428517" cy="3518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613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5</a:t>
            </a:r>
            <a:r>
              <a:rPr lang="fr-FR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ème</a:t>
            </a:r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proposition pour réduire le flux de retours 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2" name="Diagramme 1" descr="Diagramme qui montre la 5ème proposition pour réduire le flux retours">
            <a:extLst>
              <a:ext uri="{FF2B5EF4-FFF2-40B4-BE49-F238E27FC236}">
                <a16:creationId xmlns:a16="http://schemas.microsoft.com/office/drawing/2014/main" id="{08E232B0-624D-C9DB-E84B-E08C516533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02076"/>
              </p:ext>
            </p:extLst>
          </p:nvPr>
        </p:nvGraphicFramePr>
        <p:xfrm>
          <a:off x="748532" y="1477775"/>
          <a:ext cx="7396986" cy="3518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15312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</a:t>
            </a:r>
            <a:r>
              <a:rPr lang="fr-FR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ère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idée de valorisation des produits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6" name="Diagramme 5" descr="Diagramme qui montre le type de produits retournés et la 1ère idée de valorisation des produits retournés">
            <a:extLst>
              <a:ext uri="{FF2B5EF4-FFF2-40B4-BE49-F238E27FC236}">
                <a16:creationId xmlns:a16="http://schemas.microsoft.com/office/drawing/2014/main" id="{A367D0E4-3D0F-AAAC-187D-4192E43106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050263"/>
              </p:ext>
            </p:extLst>
          </p:nvPr>
        </p:nvGraphicFramePr>
        <p:xfrm>
          <a:off x="1238525" y="1079500"/>
          <a:ext cx="715754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1564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</a:t>
            </a:r>
            <a:r>
              <a:rPr lang="fr-FR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ème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idée de valorisation des produits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2" name="Diagramme 1" descr="Diagramme qui montre le type de produits retournés et la 2ème idée de valorisation des produits retournés">
            <a:extLst>
              <a:ext uri="{FF2B5EF4-FFF2-40B4-BE49-F238E27FC236}">
                <a16:creationId xmlns:a16="http://schemas.microsoft.com/office/drawing/2014/main" id="{F5AB37EC-0745-D0E8-0991-3B6090F708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5311334"/>
              </p:ext>
            </p:extLst>
          </p:nvPr>
        </p:nvGraphicFramePr>
        <p:xfrm>
          <a:off x="1345323" y="1043750"/>
          <a:ext cx="686325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423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3</a:t>
            </a:r>
            <a:r>
              <a:rPr lang="fr-FR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ème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idée de valorisation des produits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2" name="Diagramme 1" descr="Diagramme qui montre le type de produits retournés et la 3e idée de valorisation des produits retournés">
            <a:extLst>
              <a:ext uri="{FF2B5EF4-FFF2-40B4-BE49-F238E27FC236}">
                <a16:creationId xmlns:a16="http://schemas.microsoft.com/office/drawing/2014/main" id="{52A8C882-37C9-7D52-C295-659D92FDB9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109719"/>
              </p:ext>
            </p:extLst>
          </p:nvPr>
        </p:nvGraphicFramePr>
        <p:xfrm>
          <a:off x="906687" y="1079500"/>
          <a:ext cx="753198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3136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r>
              <a:rPr lang="fr-FR" sz="2800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ème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idée de valorisation des produits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2" name="Diagramme 1" descr="Diagramme qui montre le type de produits retournés et la 4ème idée de valorisation des produits retournés">
            <a:extLst>
              <a:ext uri="{FF2B5EF4-FFF2-40B4-BE49-F238E27FC236}">
                <a16:creationId xmlns:a16="http://schemas.microsoft.com/office/drawing/2014/main" id="{9A55E49A-015C-6397-A777-9A578BB39D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0371579"/>
              </p:ext>
            </p:extLst>
          </p:nvPr>
        </p:nvGraphicFramePr>
        <p:xfrm>
          <a:off x="1524000" y="1204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0872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5</a:t>
            </a:r>
            <a:r>
              <a:rPr lang="fr-FR" sz="2800" baseline="300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ème</a:t>
            </a:r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idée de valorisation des produits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2" name="Diagramme 1" descr="Diagramme qui montre le type de produits retournés et la 5ème idée de valorisation des produits retournés">
            <a:extLst>
              <a:ext uri="{FF2B5EF4-FFF2-40B4-BE49-F238E27FC236}">
                <a16:creationId xmlns:a16="http://schemas.microsoft.com/office/drawing/2014/main" id="{0E88DF12-2426-938B-ADAD-661E4D3D85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73931"/>
              </p:ext>
            </p:extLst>
          </p:nvPr>
        </p:nvGraphicFramePr>
        <p:xfrm>
          <a:off x="1524000" y="10795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6974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Règles d’or - RGPD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graphicFrame>
        <p:nvGraphicFramePr>
          <p:cNvPr id="6" name="Diagramme 5" descr="Schéma montrant les 5 règles d'or du RGPD">
            <a:extLst>
              <a:ext uri="{FF2B5EF4-FFF2-40B4-BE49-F238E27FC236}">
                <a16:creationId xmlns:a16="http://schemas.microsoft.com/office/drawing/2014/main" id="{1C8E9083-F94E-FACC-5FA4-F3307D8A3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153828"/>
              </p:ext>
            </p:extLst>
          </p:nvPr>
        </p:nvGraphicFramePr>
        <p:xfrm>
          <a:off x="0" y="1389850"/>
          <a:ext cx="9280633" cy="3729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87082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{0631A71B-156B-9245-844E-44C6FE7D33C1}tf16401378</Template>
  <TotalTime>54800</TotalTime>
  <Words>322</Words>
  <Application>Microsoft Macintosh PowerPoint</Application>
  <PresentationFormat>Affichage à l'écran (16:9)</PresentationFormat>
  <Paragraphs>63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Wingdings</vt:lpstr>
      <vt:lpstr>Arial</vt:lpstr>
      <vt:lpstr>Simple Light</vt:lpstr>
      <vt:lpstr>Regaload </vt:lpstr>
      <vt:lpstr>Sommaire </vt:lpstr>
      <vt:lpstr>Introduction </vt:lpstr>
      <vt:lpstr>1ère  proposition pour réduire le flux de retours  </vt:lpstr>
      <vt:lpstr>2ème  proposition pour réduire le flux de retours  </vt:lpstr>
      <vt:lpstr>3ème  proposition pour réduire le flux de retours  </vt:lpstr>
      <vt:lpstr>4ème  proposition pour réduire le flux de retours  </vt:lpstr>
      <vt:lpstr>5ème  proposition pour réduire le flux de retours  </vt:lpstr>
      <vt:lpstr>1ère idée de valorisation des produits </vt:lpstr>
      <vt:lpstr>2ème idée de valorisation des produits </vt:lpstr>
      <vt:lpstr>3ème idée de valorisation des produits </vt:lpstr>
      <vt:lpstr>4ème idée de valorisation des produits </vt:lpstr>
      <vt:lpstr>5ème idée de valorisation des produits </vt:lpstr>
      <vt:lpstr>Règles d’or - RGPD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JEAN PHILIPPE Benedy</cp:lastModifiedBy>
  <cp:revision>148</cp:revision>
  <dcterms:modified xsi:type="dcterms:W3CDTF">2024-08-31T18:45:47Z</dcterms:modified>
</cp:coreProperties>
</file>