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83" r:id="rId4"/>
    <p:sldId id="268" r:id="rId5"/>
    <p:sldId id="284" r:id="rId6"/>
    <p:sldId id="285" r:id="rId7"/>
    <p:sldId id="270" r:id="rId8"/>
    <p:sldId id="287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rzrqtyc6NFMljW0vJjHtN/3s2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B276D6-7DA8-486D-9897-4FA2B4CCD1D1}">
  <a:tblStyle styleId="{D8B276D6-7DA8-486D-9897-4FA2B4CCD1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5"/>
    <p:restoredTop sz="94154"/>
  </p:normalViewPr>
  <p:slideViewPr>
    <p:cSldViewPr snapToGrid="0">
      <p:cViewPr varScale="1">
        <p:scale>
          <a:sx n="141" d="100"/>
          <a:sy n="141" d="100"/>
        </p:scale>
        <p:origin x="672" y="17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5EDF91-86A7-7044-B268-ECF66934AE1C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56FE21A-8222-B142-8365-F06AB167E5BC}">
      <dgm:prSet phldrT="[Texte]"/>
      <dgm:spPr/>
      <dgm:t>
        <a:bodyPr/>
        <a:lstStyle/>
        <a:p>
          <a:r>
            <a:rPr lang="fr-FR" dirty="0"/>
            <a:t>Questions business</a:t>
          </a:r>
        </a:p>
      </dgm:t>
    </dgm:pt>
    <dgm:pt modelId="{9F1185AD-FDC4-2041-8FBD-A4049BB74B17}" type="parTrans" cxnId="{27582D27-EAF8-4845-8067-724281EA6C83}">
      <dgm:prSet/>
      <dgm:spPr/>
      <dgm:t>
        <a:bodyPr/>
        <a:lstStyle/>
        <a:p>
          <a:endParaRPr lang="fr-FR"/>
        </a:p>
      </dgm:t>
    </dgm:pt>
    <dgm:pt modelId="{684551C7-301A-4A4B-ABF8-BC39A0BC9E90}" type="sibTrans" cxnId="{27582D27-EAF8-4845-8067-724281EA6C83}">
      <dgm:prSet/>
      <dgm:spPr/>
      <dgm:t>
        <a:bodyPr/>
        <a:lstStyle/>
        <a:p>
          <a:endParaRPr lang="fr-FR"/>
        </a:p>
      </dgm:t>
    </dgm:pt>
    <dgm:pt modelId="{3D521627-A435-5B40-8BCC-93597E9CD188}">
      <dgm:prSet phldrT="[Texte]"/>
      <dgm:spPr/>
      <dgm:t>
        <a:bodyPr/>
        <a:lstStyle/>
        <a:p>
          <a:r>
            <a:rPr lang="fr-FR" dirty="0"/>
            <a:t>Connexion à la BDD</a:t>
          </a:r>
        </a:p>
      </dgm:t>
    </dgm:pt>
    <dgm:pt modelId="{C2B46BDB-3494-A34F-A1DD-5F7AFC276247}" type="parTrans" cxnId="{06AD0958-2642-8E47-ABAA-C5A9AAC8BA66}">
      <dgm:prSet/>
      <dgm:spPr/>
      <dgm:t>
        <a:bodyPr/>
        <a:lstStyle/>
        <a:p>
          <a:endParaRPr lang="fr-FR"/>
        </a:p>
      </dgm:t>
    </dgm:pt>
    <dgm:pt modelId="{EEC26904-4B98-7D4A-B19A-3B39BEEF6311}" type="sibTrans" cxnId="{06AD0958-2642-8E47-ABAA-C5A9AAC8BA66}">
      <dgm:prSet/>
      <dgm:spPr/>
      <dgm:t>
        <a:bodyPr/>
        <a:lstStyle/>
        <a:p>
          <a:endParaRPr lang="fr-FR"/>
        </a:p>
      </dgm:t>
    </dgm:pt>
    <dgm:pt modelId="{9C839360-FB74-484B-A69F-59E8E62B4DC6}">
      <dgm:prSet phldrT="[Texte]"/>
      <dgm:spPr/>
      <dgm:t>
        <a:bodyPr/>
        <a:lstStyle/>
        <a:p>
          <a:r>
            <a:rPr lang="fr-FR" dirty="0"/>
            <a:t>Fichier de transformation manuelle</a:t>
          </a:r>
        </a:p>
      </dgm:t>
    </dgm:pt>
    <dgm:pt modelId="{D539C9DA-7F4E-2244-972E-7115C208D67C}" type="parTrans" cxnId="{85429E0B-2C13-1743-BE98-17B7D823B528}">
      <dgm:prSet/>
      <dgm:spPr/>
      <dgm:t>
        <a:bodyPr/>
        <a:lstStyle/>
        <a:p>
          <a:endParaRPr lang="fr-FR"/>
        </a:p>
      </dgm:t>
    </dgm:pt>
    <dgm:pt modelId="{EE1F6082-8286-BA49-B2C0-7388D8A3E715}" type="sibTrans" cxnId="{85429E0B-2C13-1743-BE98-17B7D823B528}">
      <dgm:prSet/>
      <dgm:spPr/>
      <dgm:t>
        <a:bodyPr/>
        <a:lstStyle/>
        <a:p>
          <a:endParaRPr lang="fr-FR"/>
        </a:p>
      </dgm:t>
    </dgm:pt>
    <dgm:pt modelId="{0B795300-9073-5A4A-B995-79479755BDFD}">
      <dgm:prSet/>
      <dgm:spPr/>
      <dgm:t>
        <a:bodyPr/>
        <a:lstStyle/>
        <a:p>
          <a:r>
            <a:rPr lang="fr-FR" dirty="0"/>
            <a:t>Fichier de transformation auto</a:t>
          </a:r>
        </a:p>
      </dgm:t>
    </dgm:pt>
    <dgm:pt modelId="{BBEF8199-FCFF-EB40-BB8E-C8D88D6A5227}" type="parTrans" cxnId="{87B66E65-C119-9C42-BC81-4BFFB48009E4}">
      <dgm:prSet/>
      <dgm:spPr/>
      <dgm:t>
        <a:bodyPr/>
        <a:lstStyle/>
        <a:p>
          <a:endParaRPr lang="fr-FR"/>
        </a:p>
      </dgm:t>
    </dgm:pt>
    <dgm:pt modelId="{21BD8A36-08A4-8948-81AA-A9ADA144F947}" type="sibTrans" cxnId="{87B66E65-C119-9C42-BC81-4BFFB48009E4}">
      <dgm:prSet/>
      <dgm:spPr/>
      <dgm:t>
        <a:bodyPr/>
        <a:lstStyle/>
        <a:p>
          <a:endParaRPr lang="fr-FR"/>
        </a:p>
      </dgm:t>
    </dgm:pt>
    <dgm:pt modelId="{9A84CB55-8F9A-B44D-85F5-CE676138A7D6}" type="pres">
      <dgm:prSet presAssocID="{785EDF91-86A7-7044-B268-ECF66934AE1C}" presName="Name0" presStyleCnt="0">
        <dgm:presLayoutVars>
          <dgm:dir/>
          <dgm:resizeHandles val="exact"/>
        </dgm:presLayoutVars>
      </dgm:prSet>
      <dgm:spPr/>
    </dgm:pt>
    <dgm:pt modelId="{4689B683-AED6-7B4B-83B8-7C9B12A9F00E}" type="pres">
      <dgm:prSet presAssocID="{D56FE21A-8222-B142-8365-F06AB167E5BC}" presName="node" presStyleLbl="node1" presStyleIdx="0" presStyleCnt="4">
        <dgm:presLayoutVars>
          <dgm:bulletEnabled val="1"/>
        </dgm:presLayoutVars>
      </dgm:prSet>
      <dgm:spPr/>
    </dgm:pt>
    <dgm:pt modelId="{0EE302C3-9B94-3D42-9ACA-5E64DF3D8EAE}" type="pres">
      <dgm:prSet presAssocID="{684551C7-301A-4A4B-ABF8-BC39A0BC9E90}" presName="sibTrans" presStyleLbl="sibTrans2D1" presStyleIdx="0" presStyleCnt="3"/>
      <dgm:spPr/>
    </dgm:pt>
    <dgm:pt modelId="{6FFFD954-EAE6-A542-94E8-C88D18BC85F4}" type="pres">
      <dgm:prSet presAssocID="{684551C7-301A-4A4B-ABF8-BC39A0BC9E90}" presName="connectorText" presStyleLbl="sibTrans2D1" presStyleIdx="0" presStyleCnt="3"/>
      <dgm:spPr/>
    </dgm:pt>
    <dgm:pt modelId="{EF265883-586E-FA4D-B6F4-C57F7127550E}" type="pres">
      <dgm:prSet presAssocID="{3D521627-A435-5B40-8BCC-93597E9CD188}" presName="node" presStyleLbl="node1" presStyleIdx="1" presStyleCnt="4">
        <dgm:presLayoutVars>
          <dgm:bulletEnabled val="1"/>
        </dgm:presLayoutVars>
      </dgm:prSet>
      <dgm:spPr/>
    </dgm:pt>
    <dgm:pt modelId="{8970AD99-F43C-B441-A23A-67617815F430}" type="pres">
      <dgm:prSet presAssocID="{EEC26904-4B98-7D4A-B19A-3B39BEEF6311}" presName="sibTrans" presStyleLbl="sibTrans2D1" presStyleIdx="1" presStyleCnt="3"/>
      <dgm:spPr/>
    </dgm:pt>
    <dgm:pt modelId="{47D82B47-3C13-D246-AC16-B28F6EC105C4}" type="pres">
      <dgm:prSet presAssocID="{EEC26904-4B98-7D4A-B19A-3B39BEEF6311}" presName="connectorText" presStyleLbl="sibTrans2D1" presStyleIdx="1" presStyleCnt="3"/>
      <dgm:spPr/>
    </dgm:pt>
    <dgm:pt modelId="{0EF006D1-6741-AA41-BED0-7B0CA7DA58CC}" type="pres">
      <dgm:prSet presAssocID="{0B795300-9073-5A4A-B995-79479755BDFD}" presName="node" presStyleLbl="node1" presStyleIdx="2" presStyleCnt="4">
        <dgm:presLayoutVars>
          <dgm:bulletEnabled val="1"/>
        </dgm:presLayoutVars>
      </dgm:prSet>
      <dgm:spPr/>
    </dgm:pt>
    <dgm:pt modelId="{31AE209D-1D4E-6147-9D66-2A86DF68B225}" type="pres">
      <dgm:prSet presAssocID="{21BD8A36-08A4-8948-81AA-A9ADA144F947}" presName="sibTrans" presStyleLbl="sibTrans2D1" presStyleIdx="2" presStyleCnt="3"/>
      <dgm:spPr/>
    </dgm:pt>
    <dgm:pt modelId="{18AAFC44-5797-C945-91BE-6583885730C7}" type="pres">
      <dgm:prSet presAssocID="{21BD8A36-08A4-8948-81AA-A9ADA144F947}" presName="connectorText" presStyleLbl="sibTrans2D1" presStyleIdx="2" presStyleCnt="3"/>
      <dgm:spPr/>
    </dgm:pt>
    <dgm:pt modelId="{62BE155D-C9D7-F64D-B4C0-2DDFB7750D2C}" type="pres">
      <dgm:prSet presAssocID="{9C839360-FB74-484B-A69F-59E8E62B4DC6}" presName="node" presStyleLbl="node1" presStyleIdx="3" presStyleCnt="4">
        <dgm:presLayoutVars>
          <dgm:bulletEnabled val="1"/>
        </dgm:presLayoutVars>
      </dgm:prSet>
      <dgm:spPr/>
    </dgm:pt>
  </dgm:ptLst>
  <dgm:cxnLst>
    <dgm:cxn modelId="{1462C805-1B9E-A541-8D9B-A703AC550B81}" type="presOf" srcId="{D56FE21A-8222-B142-8365-F06AB167E5BC}" destId="{4689B683-AED6-7B4B-83B8-7C9B12A9F00E}" srcOrd="0" destOrd="0" presId="urn:microsoft.com/office/officeart/2005/8/layout/process1"/>
    <dgm:cxn modelId="{CE096408-5B78-464C-8D93-F66C176A7B97}" type="presOf" srcId="{EEC26904-4B98-7D4A-B19A-3B39BEEF6311}" destId="{8970AD99-F43C-B441-A23A-67617815F430}" srcOrd="0" destOrd="0" presId="urn:microsoft.com/office/officeart/2005/8/layout/process1"/>
    <dgm:cxn modelId="{B3381809-EB26-3545-A21C-0C9B941B0ECA}" type="presOf" srcId="{684551C7-301A-4A4B-ABF8-BC39A0BC9E90}" destId="{0EE302C3-9B94-3D42-9ACA-5E64DF3D8EAE}" srcOrd="0" destOrd="0" presId="urn:microsoft.com/office/officeart/2005/8/layout/process1"/>
    <dgm:cxn modelId="{85429E0B-2C13-1743-BE98-17B7D823B528}" srcId="{785EDF91-86A7-7044-B268-ECF66934AE1C}" destId="{9C839360-FB74-484B-A69F-59E8E62B4DC6}" srcOrd="3" destOrd="0" parTransId="{D539C9DA-7F4E-2244-972E-7115C208D67C}" sibTransId="{EE1F6082-8286-BA49-B2C0-7388D8A3E715}"/>
    <dgm:cxn modelId="{27582D27-EAF8-4845-8067-724281EA6C83}" srcId="{785EDF91-86A7-7044-B268-ECF66934AE1C}" destId="{D56FE21A-8222-B142-8365-F06AB167E5BC}" srcOrd="0" destOrd="0" parTransId="{9F1185AD-FDC4-2041-8FBD-A4049BB74B17}" sibTransId="{684551C7-301A-4A4B-ABF8-BC39A0BC9E90}"/>
    <dgm:cxn modelId="{06AD0958-2642-8E47-ABAA-C5A9AAC8BA66}" srcId="{785EDF91-86A7-7044-B268-ECF66934AE1C}" destId="{3D521627-A435-5B40-8BCC-93597E9CD188}" srcOrd="1" destOrd="0" parTransId="{C2B46BDB-3494-A34F-A1DD-5F7AFC276247}" sibTransId="{EEC26904-4B98-7D4A-B19A-3B39BEEF6311}"/>
    <dgm:cxn modelId="{87B66E65-C119-9C42-BC81-4BFFB48009E4}" srcId="{785EDF91-86A7-7044-B268-ECF66934AE1C}" destId="{0B795300-9073-5A4A-B995-79479755BDFD}" srcOrd="2" destOrd="0" parTransId="{BBEF8199-FCFF-EB40-BB8E-C8D88D6A5227}" sibTransId="{21BD8A36-08A4-8948-81AA-A9ADA144F947}"/>
    <dgm:cxn modelId="{8BD7A975-D201-D242-AF0E-76EF669BB022}" type="presOf" srcId="{3D521627-A435-5B40-8BCC-93597E9CD188}" destId="{EF265883-586E-FA4D-B6F4-C57F7127550E}" srcOrd="0" destOrd="0" presId="urn:microsoft.com/office/officeart/2005/8/layout/process1"/>
    <dgm:cxn modelId="{478247A7-1F45-1A46-A9BF-13168BBBBD03}" type="presOf" srcId="{684551C7-301A-4A4B-ABF8-BC39A0BC9E90}" destId="{6FFFD954-EAE6-A542-94E8-C88D18BC85F4}" srcOrd="1" destOrd="0" presId="urn:microsoft.com/office/officeart/2005/8/layout/process1"/>
    <dgm:cxn modelId="{FA6628B2-A9FB-B543-A518-1C328049F16B}" type="presOf" srcId="{21BD8A36-08A4-8948-81AA-A9ADA144F947}" destId="{31AE209D-1D4E-6147-9D66-2A86DF68B225}" srcOrd="0" destOrd="0" presId="urn:microsoft.com/office/officeart/2005/8/layout/process1"/>
    <dgm:cxn modelId="{61D4E2C6-852E-0146-A2EA-37D43313287E}" type="presOf" srcId="{9C839360-FB74-484B-A69F-59E8E62B4DC6}" destId="{62BE155D-C9D7-F64D-B4C0-2DDFB7750D2C}" srcOrd="0" destOrd="0" presId="urn:microsoft.com/office/officeart/2005/8/layout/process1"/>
    <dgm:cxn modelId="{78C693CD-E03D-184E-A823-222729063483}" type="presOf" srcId="{785EDF91-86A7-7044-B268-ECF66934AE1C}" destId="{9A84CB55-8F9A-B44D-85F5-CE676138A7D6}" srcOrd="0" destOrd="0" presId="urn:microsoft.com/office/officeart/2005/8/layout/process1"/>
    <dgm:cxn modelId="{473C4AE3-4EED-4E45-92C8-9076FE6A61C3}" type="presOf" srcId="{EEC26904-4B98-7D4A-B19A-3B39BEEF6311}" destId="{47D82B47-3C13-D246-AC16-B28F6EC105C4}" srcOrd="1" destOrd="0" presId="urn:microsoft.com/office/officeart/2005/8/layout/process1"/>
    <dgm:cxn modelId="{023C96F1-C092-1847-B5FE-10716E818D57}" type="presOf" srcId="{21BD8A36-08A4-8948-81AA-A9ADA144F947}" destId="{18AAFC44-5797-C945-91BE-6583885730C7}" srcOrd="1" destOrd="0" presId="urn:microsoft.com/office/officeart/2005/8/layout/process1"/>
    <dgm:cxn modelId="{5CB8E3FD-1779-6246-AFFB-D55904361331}" type="presOf" srcId="{0B795300-9073-5A4A-B995-79479755BDFD}" destId="{0EF006D1-6741-AA41-BED0-7B0CA7DA58CC}" srcOrd="0" destOrd="0" presId="urn:microsoft.com/office/officeart/2005/8/layout/process1"/>
    <dgm:cxn modelId="{3D1C1DFB-2FF8-9C48-AF44-1D429CF41752}" type="presParOf" srcId="{9A84CB55-8F9A-B44D-85F5-CE676138A7D6}" destId="{4689B683-AED6-7B4B-83B8-7C9B12A9F00E}" srcOrd="0" destOrd="0" presId="urn:microsoft.com/office/officeart/2005/8/layout/process1"/>
    <dgm:cxn modelId="{58E5C469-51E0-3D4C-A5F6-1F4CA39A36AB}" type="presParOf" srcId="{9A84CB55-8F9A-B44D-85F5-CE676138A7D6}" destId="{0EE302C3-9B94-3D42-9ACA-5E64DF3D8EAE}" srcOrd="1" destOrd="0" presId="urn:microsoft.com/office/officeart/2005/8/layout/process1"/>
    <dgm:cxn modelId="{8F8812E0-E1B1-9546-8121-DC8B76B1A586}" type="presParOf" srcId="{0EE302C3-9B94-3D42-9ACA-5E64DF3D8EAE}" destId="{6FFFD954-EAE6-A542-94E8-C88D18BC85F4}" srcOrd="0" destOrd="0" presId="urn:microsoft.com/office/officeart/2005/8/layout/process1"/>
    <dgm:cxn modelId="{ED2F8780-AB47-9F4C-8D0D-92495403A87E}" type="presParOf" srcId="{9A84CB55-8F9A-B44D-85F5-CE676138A7D6}" destId="{EF265883-586E-FA4D-B6F4-C57F7127550E}" srcOrd="2" destOrd="0" presId="urn:microsoft.com/office/officeart/2005/8/layout/process1"/>
    <dgm:cxn modelId="{5AB11B00-D92B-9449-AA14-2C0269AAC6AA}" type="presParOf" srcId="{9A84CB55-8F9A-B44D-85F5-CE676138A7D6}" destId="{8970AD99-F43C-B441-A23A-67617815F430}" srcOrd="3" destOrd="0" presId="urn:microsoft.com/office/officeart/2005/8/layout/process1"/>
    <dgm:cxn modelId="{482D6B19-859A-8741-89EF-B95042E828CB}" type="presParOf" srcId="{8970AD99-F43C-B441-A23A-67617815F430}" destId="{47D82B47-3C13-D246-AC16-B28F6EC105C4}" srcOrd="0" destOrd="0" presId="urn:microsoft.com/office/officeart/2005/8/layout/process1"/>
    <dgm:cxn modelId="{3C25FD0B-9E5F-7D45-A96F-91FCF713E867}" type="presParOf" srcId="{9A84CB55-8F9A-B44D-85F5-CE676138A7D6}" destId="{0EF006D1-6741-AA41-BED0-7B0CA7DA58CC}" srcOrd="4" destOrd="0" presId="urn:microsoft.com/office/officeart/2005/8/layout/process1"/>
    <dgm:cxn modelId="{80CD8ACE-4919-7245-BE87-E8855BB035CA}" type="presParOf" srcId="{9A84CB55-8F9A-B44D-85F5-CE676138A7D6}" destId="{31AE209D-1D4E-6147-9D66-2A86DF68B225}" srcOrd="5" destOrd="0" presId="urn:microsoft.com/office/officeart/2005/8/layout/process1"/>
    <dgm:cxn modelId="{47F33DA7-7A82-3F41-91F2-D587C7659A82}" type="presParOf" srcId="{31AE209D-1D4E-6147-9D66-2A86DF68B225}" destId="{18AAFC44-5797-C945-91BE-6583885730C7}" srcOrd="0" destOrd="0" presId="urn:microsoft.com/office/officeart/2005/8/layout/process1"/>
    <dgm:cxn modelId="{35CEC0C6-B00F-2F42-9FA1-ED39B968A5CD}" type="presParOf" srcId="{9A84CB55-8F9A-B44D-85F5-CE676138A7D6}" destId="{62BE155D-C9D7-F64D-B4C0-2DDFB7750D2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0A8349-B0A8-8247-8E9D-09BE0DB83A46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324F4EA-1097-D146-B141-954B34830DF8}">
      <dgm:prSet phldrT="[Texte]" custT="1"/>
      <dgm:spPr/>
      <dgm:t>
        <a:bodyPr/>
        <a:lstStyle/>
        <a:p>
          <a:r>
            <a:rPr lang="fr-FR" sz="2000" dirty="0"/>
            <a:t>Création de la BDD</a:t>
          </a:r>
        </a:p>
      </dgm:t>
    </dgm:pt>
    <dgm:pt modelId="{4147CB92-32BC-7043-8C57-7181D0F24B69}" type="parTrans" cxnId="{75CDE729-ADCF-324B-B6D7-62A94F686EBE}">
      <dgm:prSet/>
      <dgm:spPr/>
      <dgm:t>
        <a:bodyPr/>
        <a:lstStyle/>
        <a:p>
          <a:endParaRPr lang="fr-FR"/>
        </a:p>
      </dgm:t>
    </dgm:pt>
    <dgm:pt modelId="{48C70F78-475C-184C-881F-CA1E46131A85}" type="sibTrans" cxnId="{75CDE729-ADCF-324B-B6D7-62A94F686EBE}">
      <dgm:prSet/>
      <dgm:spPr/>
      <dgm:t>
        <a:bodyPr/>
        <a:lstStyle/>
        <a:p>
          <a:endParaRPr lang="fr-FR"/>
        </a:p>
      </dgm:t>
    </dgm:pt>
    <dgm:pt modelId="{076651C9-ECB3-5A49-B859-EF6848353990}">
      <dgm:prSet phldrT="[Texte]" custT="1"/>
      <dgm:spPr/>
      <dgm:t>
        <a:bodyPr/>
        <a:lstStyle/>
        <a:p>
          <a:r>
            <a:rPr lang="fr-FR" sz="1400" dirty="0"/>
            <a:t>Analyse et extraction des données</a:t>
          </a:r>
        </a:p>
      </dgm:t>
    </dgm:pt>
    <dgm:pt modelId="{505D0091-2E4F-DC46-B1B0-69216A5CDC18}" type="parTrans" cxnId="{969D97D6-8C42-D84D-9FA6-D8C17A478790}">
      <dgm:prSet/>
      <dgm:spPr/>
      <dgm:t>
        <a:bodyPr/>
        <a:lstStyle/>
        <a:p>
          <a:endParaRPr lang="fr-FR"/>
        </a:p>
      </dgm:t>
    </dgm:pt>
    <dgm:pt modelId="{F2804229-63F0-504C-8E26-4E087A64100F}" type="sibTrans" cxnId="{969D97D6-8C42-D84D-9FA6-D8C17A478790}">
      <dgm:prSet/>
      <dgm:spPr/>
      <dgm:t>
        <a:bodyPr/>
        <a:lstStyle/>
        <a:p>
          <a:endParaRPr lang="fr-FR"/>
        </a:p>
      </dgm:t>
    </dgm:pt>
    <dgm:pt modelId="{B2B165E4-FE06-1B48-B331-BFAFBAD7307F}">
      <dgm:prSet phldrT="[Texte]" custT="1"/>
      <dgm:spPr/>
      <dgm:t>
        <a:bodyPr/>
        <a:lstStyle/>
        <a:p>
          <a:r>
            <a:rPr lang="fr-FR" sz="2000" dirty="0"/>
            <a:t>Rendre accessible pour l’utilisateur</a:t>
          </a:r>
        </a:p>
      </dgm:t>
    </dgm:pt>
    <dgm:pt modelId="{90220C88-9DDD-0E42-9A3C-1A2A0A6BA0BA}" type="parTrans" cxnId="{FB499CF8-BB44-1B47-B93F-B24EFED4A44D}">
      <dgm:prSet/>
      <dgm:spPr/>
      <dgm:t>
        <a:bodyPr/>
        <a:lstStyle/>
        <a:p>
          <a:endParaRPr lang="fr-FR"/>
        </a:p>
      </dgm:t>
    </dgm:pt>
    <dgm:pt modelId="{5373D819-10A5-5642-84E2-B9B0289706B9}" type="sibTrans" cxnId="{FB499CF8-BB44-1B47-B93F-B24EFED4A44D}">
      <dgm:prSet/>
      <dgm:spPr/>
      <dgm:t>
        <a:bodyPr/>
        <a:lstStyle/>
        <a:p>
          <a:endParaRPr lang="fr-FR"/>
        </a:p>
      </dgm:t>
    </dgm:pt>
    <dgm:pt modelId="{FB82766D-C1E1-C84D-A16E-0949351B75DC}">
      <dgm:prSet phldrT="[Texte]" custT="1"/>
      <dgm:spPr/>
      <dgm:t>
        <a:bodyPr/>
        <a:lstStyle/>
        <a:p>
          <a:r>
            <a:rPr lang="fr-FR" sz="2000" dirty="0"/>
            <a:t>Sauvegarder les modifications</a:t>
          </a:r>
        </a:p>
      </dgm:t>
    </dgm:pt>
    <dgm:pt modelId="{F7FCFFF7-20AD-624D-A3D5-F315215500BA}" type="parTrans" cxnId="{4114D48C-03D8-484D-AC79-B7967015D3C0}">
      <dgm:prSet/>
      <dgm:spPr/>
      <dgm:t>
        <a:bodyPr/>
        <a:lstStyle/>
        <a:p>
          <a:endParaRPr lang="fr-FR"/>
        </a:p>
      </dgm:t>
    </dgm:pt>
    <dgm:pt modelId="{1454CFCE-D322-3C40-BF75-1B7D68F6D664}" type="sibTrans" cxnId="{4114D48C-03D8-484D-AC79-B7967015D3C0}">
      <dgm:prSet/>
      <dgm:spPr/>
      <dgm:t>
        <a:bodyPr/>
        <a:lstStyle/>
        <a:p>
          <a:endParaRPr lang="fr-FR"/>
        </a:p>
      </dgm:t>
    </dgm:pt>
    <dgm:pt modelId="{EAD24095-81CD-A346-9C03-A4A88BB0C3F4}" type="pres">
      <dgm:prSet presAssocID="{070A8349-B0A8-8247-8E9D-09BE0DB83A46}" presName="Name0" presStyleCnt="0">
        <dgm:presLayoutVars>
          <dgm:dir/>
          <dgm:animLvl val="lvl"/>
          <dgm:resizeHandles val="exact"/>
        </dgm:presLayoutVars>
      </dgm:prSet>
      <dgm:spPr/>
    </dgm:pt>
    <dgm:pt modelId="{ADEB8304-21AF-254D-940C-FE91D85EB6B9}" type="pres">
      <dgm:prSet presAssocID="{FB82766D-C1E1-C84D-A16E-0949351B75DC}" presName="boxAndChildren" presStyleCnt="0"/>
      <dgm:spPr/>
    </dgm:pt>
    <dgm:pt modelId="{DD3A004D-F791-014C-8A2B-8010085E451F}" type="pres">
      <dgm:prSet presAssocID="{FB82766D-C1E1-C84D-A16E-0949351B75DC}" presName="parentTextBox" presStyleLbl="node1" presStyleIdx="0" presStyleCnt="3"/>
      <dgm:spPr/>
    </dgm:pt>
    <dgm:pt modelId="{20783F7E-3560-B84F-83CF-00BA4FB08B0F}" type="pres">
      <dgm:prSet presAssocID="{5373D819-10A5-5642-84E2-B9B0289706B9}" presName="sp" presStyleCnt="0"/>
      <dgm:spPr/>
    </dgm:pt>
    <dgm:pt modelId="{90015E01-F518-7B48-9AFF-81A15D71940B}" type="pres">
      <dgm:prSet presAssocID="{B2B165E4-FE06-1B48-B331-BFAFBAD7307F}" presName="arrowAndChildren" presStyleCnt="0"/>
      <dgm:spPr/>
    </dgm:pt>
    <dgm:pt modelId="{8D7162EE-C8FF-1548-8ACD-858EDBF4D60A}" type="pres">
      <dgm:prSet presAssocID="{B2B165E4-FE06-1B48-B331-BFAFBAD7307F}" presName="parentTextArrow" presStyleLbl="node1" presStyleIdx="1" presStyleCnt="3"/>
      <dgm:spPr/>
    </dgm:pt>
    <dgm:pt modelId="{F61D43F6-535A-624C-8B90-97416B62128F}" type="pres">
      <dgm:prSet presAssocID="{48C70F78-475C-184C-881F-CA1E46131A85}" presName="sp" presStyleCnt="0"/>
      <dgm:spPr/>
    </dgm:pt>
    <dgm:pt modelId="{E88E560F-26C8-B045-AC65-D16713402DCF}" type="pres">
      <dgm:prSet presAssocID="{4324F4EA-1097-D146-B141-954B34830DF8}" presName="arrowAndChildren" presStyleCnt="0"/>
      <dgm:spPr/>
    </dgm:pt>
    <dgm:pt modelId="{3E9FE9A5-5429-6143-A7E9-F0E26F5FA568}" type="pres">
      <dgm:prSet presAssocID="{4324F4EA-1097-D146-B141-954B34830DF8}" presName="parentTextArrow" presStyleLbl="node1" presStyleIdx="1" presStyleCnt="3"/>
      <dgm:spPr/>
    </dgm:pt>
    <dgm:pt modelId="{477FDAD9-BB5A-3E46-9FCB-E313C625A16F}" type="pres">
      <dgm:prSet presAssocID="{4324F4EA-1097-D146-B141-954B34830DF8}" presName="arrow" presStyleLbl="node1" presStyleIdx="2" presStyleCnt="3" custLinFactNeighborX="11485" custLinFactNeighborY="-47"/>
      <dgm:spPr/>
    </dgm:pt>
    <dgm:pt modelId="{60ED0450-3D2B-C440-936D-65C4F449E9F9}" type="pres">
      <dgm:prSet presAssocID="{4324F4EA-1097-D146-B141-954B34830DF8}" presName="descendantArrow" presStyleCnt="0"/>
      <dgm:spPr/>
    </dgm:pt>
    <dgm:pt modelId="{E183FA61-898C-2F43-8BBE-46580088FD67}" type="pres">
      <dgm:prSet presAssocID="{076651C9-ECB3-5A49-B859-EF6848353990}" presName="childTextArrow" presStyleLbl="fgAccFollowNode1" presStyleIdx="0" presStyleCnt="1">
        <dgm:presLayoutVars>
          <dgm:bulletEnabled val="1"/>
        </dgm:presLayoutVars>
      </dgm:prSet>
      <dgm:spPr/>
    </dgm:pt>
  </dgm:ptLst>
  <dgm:cxnLst>
    <dgm:cxn modelId="{76CF7005-77CB-CB4B-8AB9-BB6A25E53335}" type="presOf" srcId="{FB82766D-C1E1-C84D-A16E-0949351B75DC}" destId="{DD3A004D-F791-014C-8A2B-8010085E451F}" srcOrd="0" destOrd="0" presId="urn:microsoft.com/office/officeart/2005/8/layout/process4"/>
    <dgm:cxn modelId="{FA542A12-BC51-5E47-B644-93CBABEFA991}" type="presOf" srcId="{076651C9-ECB3-5A49-B859-EF6848353990}" destId="{E183FA61-898C-2F43-8BBE-46580088FD67}" srcOrd="0" destOrd="0" presId="urn:microsoft.com/office/officeart/2005/8/layout/process4"/>
    <dgm:cxn modelId="{75CDE729-ADCF-324B-B6D7-62A94F686EBE}" srcId="{070A8349-B0A8-8247-8E9D-09BE0DB83A46}" destId="{4324F4EA-1097-D146-B141-954B34830DF8}" srcOrd="0" destOrd="0" parTransId="{4147CB92-32BC-7043-8C57-7181D0F24B69}" sibTransId="{48C70F78-475C-184C-881F-CA1E46131A85}"/>
    <dgm:cxn modelId="{4114D48C-03D8-484D-AC79-B7967015D3C0}" srcId="{070A8349-B0A8-8247-8E9D-09BE0DB83A46}" destId="{FB82766D-C1E1-C84D-A16E-0949351B75DC}" srcOrd="2" destOrd="0" parTransId="{F7FCFFF7-20AD-624D-A3D5-F315215500BA}" sibTransId="{1454CFCE-D322-3C40-BF75-1B7D68F6D664}"/>
    <dgm:cxn modelId="{3531CDAF-6EE1-664D-8059-7DFDBB1C7072}" type="presOf" srcId="{B2B165E4-FE06-1B48-B331-BFAFBAD7307F}" destId="{8D7162EE-C8FF-1548-8ACD-858EDBF4D60A}" srcOrd="0" destOrd="0" presId="urn:microsoft.com/office/officeart/2005/8/layout/process4"/>
    <dgm:cxn modelId="{780109C1-782A-4149-B8B0-A3B2D148C8BD}" type="presOf" srcId="{070A8349-B0A8-8247-8E9D-09BE0DB83A46}" destId="{EAD24095-81CD-A346-9C03-A4A88BB0C3F4}" srcOrd="0" destOrd="0" presId="urn:microsoft.com/office/officeart/2005/8/layout/process4"/>
    <dgm:cxn modelId="{969D97D6-8C42-D84D-9FA6-D8C17A478790}" srcId="{4324F4EA-1097-D146-B141-954B34830DF8}" destId="{076651C9-ECB3-5A49-B859-EF6848353990}" srcOrd="0" destOrd="0" parTransId="{505D0091-2E4F-DC46-B1B0-69216A5CDC18}" sibTransId="{F2804229-63F0-504C-8E26-4E087A64100F}"/>
    <dgm:cxn modelId="{9A84C6D9-42D7-D741-AD86-5545CA146DAC}" type="presOf" srcId="{4324F4EA-1097-D146-B141-954B34830DF8}" destId="{3E9FE9A5-5429-6143-A7E9-F0E26F5FA568}" srcOrd="0" destOrd="0" presId="urn:microsoft.com/office/officeart/2005/8/layout/process4"/>
    <dgm:cxn modelId="{FB499CF8-BB44-1B47-B93F-B24EFED4A44D}" srcId="{070A8349-B0A8-8247-8E9D-09BE0DB83A46}" destId="{B2B165E4-FE06-1B48-B331-BFAFBAD7307F}" srcOrd="1" destOrd="0" parTransId="{90220C88-9DDD-0E42-9A3C-1A2A0A6BA0BA}" sibTransId="{5373D819-10A5-5642-84E2-B9B0289706B9}"/>
    <dgm:cxn modelId="{3A9E2EFB-9F36-5F49-AD34-9811A5C507C3}" type="presOf" srcId="{4324F4EA-1097-D146-B141-954B34830DF8}" destId="{477FDAD9-BB5A-3E46-9FCB-E313C625A16F}" srcOrd="1" destOrd="0" presId="urn:microsoft.com/office/officeart/2005/8/layout/process4"/>
    <dgm:cxn modelId="{E058B3D0-9886-2342-9FD2-FCEA6FE642D5}" type="presParOf" srcId="{EAD24095-81CD-A346-9C03-A4A88BB0C3F4}" destId="{ADEB8304-21AF-254D-940C-FE91D85EB6B9}" srcOrd="0" destOrd="0" presId="urn:microsoft.com/office/officeart/2005/8/layout/process4"/>
    <dgm:cxn modelId="{5A30267A-554D-6345-8722-E943A104671C}" type="presParOf" srcId="{ADEB8304-21AF-254D-940C-FE91D85EB6B9}" destId="{DD3A004D-F791-014C-8A2B-8010085E451F}" srcOrd="0" destOrd="0" presId="urn:microsoft.com/office/officeart/2005/8/layout/process4"/>
    <dgm:cxn modelId="{A3D8D54F-6F6D-EC40-8D3D-9954F42DFBA0}" type="presParOf" srcId="{EAD24095-81CD-A346-9C03-A4A88BB0C3F4}" destId="{20783F7E-3560-B84F-83CF-00BA4FB08B0F}" srcOrd="1" destOrd="0" presId="urn:microsoft.com/office/officeart/2005/8/layout/process4"/>
    <dgm:cxn modelId="{F5437A07-3990-C845-BF17-13CFCB8EC61B}" type="presParOf" srcId="{EAD24095-81CD-A346-9C03-A4A88BB0C3F4}" destId="{90015E01-F518-7B48-9AFF-81A15D71940B}" srcOrd="2" destOrd="0" presId="urn:microsoft.com/office/officeart/2005/8/layout/process4"/>
    <dgm:cxn modelId="{B32E31C6-50B6-3B47-A9FB-D2BD48F24930}" type="presParOf" srcId="{90015E01-F518-7B48-9AFF-81A15D71940B}" destId="{8D7162EE-C8FF-1548-8ACD-858EDBF4D60A}" srcOrd="0" destOrd="0" presId="urn:microsoft.com/office/officeart/2005/8/layout/process4"/>
    <dgm:cxn modelId="{9CEC8B09-78C3-874E-8CB3-DF5C27584C3D}" type="presParOf" srcId="{EAD24095-81CD-A346-9C03-A4A88BB0C3F4}" destId="{F61D43F6-535A-624C-8B90-97416B62128F}" srcOrd="3" destOrd="0" presId="urn:microsoft.com/office/officeart/2005/8/layout/process4"/>
    <dgm:cxn modelId="{90B1B4A5-00E0-944D-82A2-28B3CC09FD23}" type="presParOf" srcId="{EAD24095-81CD-A346-9C03-A4A88BB0C3F4}" destId="{E88E560F-26C8-B045-AC65-D16713402DCF}" srcOrd="4" destOrd="0" presId="urn:microsoft.com/office/officeart/2005/8/layout/process4"/>
    <dgm:cxn modelId="{8F73F9E6-09DE-3446-8249-B6F14A69EFE4}" type="presParOf" srcId="{E88E560F-26C8-B045-AC65-D16713402DCF}" destId="{3E9FE9A5-5429-6143-A7E9-F0E26F5FA568}" srcOrd="0" destOrd="0" presId="urn:microsoft.com/office/officeart/2005/8/layout/process4"/>
    <dgm:cxn modelId="{2920E0DE-41A0-9444-A4F6-46FCA5EB42EB}" type="presParOf" srcId="{E88E560F-26C8-B045-AC65-D16713402DCF}" destId="{477FDAD9-BB5A-3E46-9FCB-E313C625A16F}" srcOrd="1" destOrd="0" presId="urn:microsoft.com/office/officeart/2005/8/layout/process4"/>
    <dgm:cxn modelId="{683D55A5-3051-8446-AA88-F77373A52E87}" type="presParOf" srcId="{E88E560F-26C8-B045-AC65-D16713402DCF}" destId="{60ED0450-3D2B-C440-936D-65C4F449E9F9}" srcOrd="2" destOrd="0" presId="urn:microsoft.com/office/officeart/2005/8/layout/process4"/>
    <dgm:cxn modelId="{78D65A30-146C-AD48-8697-14D5B205A0F3}" type="presParOf" srcId="{60ED0450-3D2B-C440-936D-65C4F449E9F9}" destId="{E183FA61-898C-2F43-8BBE-46580088FD6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934D36-A0F7-AE45-8140-15DDEE23F724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7A4188F-F8FD-A845-AE50-FD1011B063B0}">
      <dgm:prSet phldrT="[Texte]"/>
      <dgm:spPr/>
      <dgm:t>
        <a:bodyPr/>
        <a:lstStyle/>
        <a:p>
          <a:r>
            <a:rPr lang="fr-FR" dirty="0"/>
            <a:t>Difficultés rencontrées</a:t>
          </a:r>
        </a:p>
      </dgm:t>
    </dgm:pt>
    <dgm:pt modelId="{8AD15B34-11B0-7343-9E0E-A35E70CF016A}" type="parTrans" cxnId="{31BAB231-4200-0340-B994-5AEC39E4C0AE}">
      <dgm:prSet/>
      <dgm:spPr/>
      <dgm:t>
        <a:bodyPr/>
        <a:lstStyle/>
        <a:p>
          <a:endParaRPr lang="fr-FR"/>
        </a:p>
      </dgm:t>
    </dgm:pt>
    <dgm:pt modelId="{0F9EADAD-989A-2A45-8E06-DAFFE4DE042E}" type="sibTrans" cxnId="{31BAB231-4200-0340-B994-5AEC39E4C0AE}">
      <dgm:prSet/>
      <dgm:spPr/>
      <dgm:t>
        <a:bodyPr/>
        <a:lstStyle/>
        <a:p>
          <a:endParaRPr lang="fr-FR"/>
        </a:p>
      </dgm:t>
    </dgm:pt>
    <dgm:pt modelId="{6931F88F-26EC-FE45-B535-ECD24A239212}">
      <dgm:prSet phldrT="[Texte]"/>
      <dgm:spPr/>
      <dgm:t>
        <a:bodyPr/>
        <a:lstStyle/>
        <a:p>
          <a:r>
            <a:rPr lang="fr-FR" dirty="0"/>
            <a:t>Connexion Excel</a:t>
          </a:r>
        </a:p>
      </dgm:t>
    </dgm:pt>
    <dgm:pt modelId="{7A163EFC-560B-B24B-92C6-123A688DC1D4}" type="parTrans" cxnId="{88787423-F7C9-224B-BC7B-9038290CD54C}">
      <dgm:prSet/>
      <dgm:spPr/>
      <dgm:t>
        <a:bodyPr/>
        <a:lstStyle/>
        <a:p>
          <a:endParaRPr lang="fr-FR"/>
        </a:p>
      </dgm:t>
    </dgm:pt>
    <dgm:pt modelId="{6881FFF9-033F-E242-B504-F916EB968738}" type="sibTrans" cxnId="{88787423-F7C9-224B-BC7B-9038290CD54C}">
      <dgm:prSet/>
      <dgm:spPr/>
      <dgm:t>
        <a:bodyPr/>
        <a:lstStyle/>
        <a:p>
          <a:endParaRPr lang="fr-FR"/>
        </a:p>
      </dgm:t>
    </dgm:pt>
    <dgm:pt modelId="{1D78A668-E80A-4A42-B9B9-91FFA0ABE4A5}">
      <dgm:prSet phldrT="[Texte]"/>
      <dgm:spPr/>
      <dgm:t>
        <a:bodyPr/>
        <a:lstStyle/>
        <a:p>
          <a:r>
            <a:rPr lang="fr-FR" dirty="0"/>
            <a:t>Points forts</a:t>
          </a:r>
        </a:p>
      </dgm:t>
    </dgm:pt>
    <dgm:pt modelId="{8050840A-97D1-6743-A75C-EDA72A90202F}" type="parTrans" cxnId="{78B73B36-F95B-4C40-B96C-6BE16CAD1AF5}">
      <dgm:prSet/>
      <dgm:spPr/>
      <dgm:t>
        <a:bodyPr/>
        <a:lstStyle/>
        <a:p>
          <a:endParaRPr lang="fr-FR"/>
        </a:p>
      </dgm:t>
    </dgm:pt>
    <dgm:pt modelId="{AFCB161A-11D1-E549-AF50-F0F3C92A5AEB}" type="sibTrans" cxnId="{78B73B36-F95B-4C40-B96C-6BE16CAD1AF5}">
      <dgm:prSet/>
      <dgm:spPr/>
      <dgm:t>
        <a:bodyPr/>
        <a:lstStyle/>
        <a:p>
          <a:endParaRPr lang="fr-FR"/>
        </a:p>
      </dgm:t>
    </dgm:pt>
    <dgm:pt modelId="{BD995B43-77ED-A743-8104-0BB93A9269B9}">
      <dgm:prSet phldrT="[Texte]"/>
      <dgm:spPr/>
      <dgm:t>
        <a:bodyPr/>
        <a:lstStyle/>
        <a:p>
          <a:r>
            <a:rPr lang="fr-FR" dirty="0"/>
            <a:t>Traitement </a:t>
          </a:r>
        </a:p>
      </dgm:t>
    </dgm:pt>
    <dgm:pt modelId="{DBCF6F0E-703A-C442-866F-D19356B3C7B4}" type="parTrans" cxnId="{EEC83346-0AB7-8640-B3E2-05663D82C1DC}">
      <dgm:prSet/>
      <dgm:spPr/>
      <dgm:t>
        <a:bodyPr/>
        <a:lstStyle/>
        <a:p>
          <a:endParaRPr lang="fr-FR"/>
        </a:p>
      </dgm:t>
    </dgm:pt>
    <dgm:pt modelId="{EA65E7C5-E14C-134E-921A-C517E8B28AA5}" type="sibTrans" cxnId="{EEC83346-0AB7-8640-B3E2-05663D82C1DC}">
      <dgm:prSet/>
      <dgm:spPr/>
      <dgm:t>
        <a:bodyPr/>
        <a:lstStyle/>
        <a:p>
          <a:endParaRPr lang="fr-FR"/>
        </a:p>
      </dgm:t>
    </dgm:pt>
    <dgm:pt modelId="{850F568A-7890-B247-89A7-EB939271BD2B}">
      <dgm:prSet phldrT="[Texte]"/>
      <dgm:spPr/>
      <dgm:t>
        <a:bodyPr/>
        <a:lstStyle/>
        <a:p>
          <a:r>
            <a:rPr lang="fr-FR" dirty="0"/>
            <a:t>Présentation des résultats</a:t>
          </a:r>
        </a:p>
      </dgm:t>
    </dgm:pt>
    <dgm:pt modelId="{10F7ED0A-0CB0-874A-8B7B-0CEB32B73C1F}" type="parTrans" cxnId="{60196CB5-28F4-CF4C-B435-2C4381CFFB65}">
      <dgm:prSet/>
      <dgm:spPr/>
      <dgm:t>
        <a:bodyPr/>
        <a:lstStyle/>
        <a:p>
          <a:endParaRPr lang="fr-FR"/>
        </a:p>
      </dgm:t>
    </dgm:pt>
    <dgm:pt modelId="{8448DD38-9440-6743-9021-158F1835D499}" type="sibTrans" cxnId="{60196CB5-28F4-CF4C-B435-2C4381CFFB65}">
      <dgm:prSet/>
      <dgm:spPr/>
      <dgm:t>
        <a:bodyPr/>
        <a:lstStyle/>
        <a:p>
          <a:endParaRPr lang="fr-FR"/>
        </a:p>
      </dgm:t>
    </dgm:pt>
    <dgm:pt modelId="{E2A73059-F7AB-4647-9469-AF22DF00D239}">
      <dgm:prSet phldrT="[Texte]"/>
      <dgm:spPr/>
      <dgm:t>
        <a:bodyPr/>
        <a:lstStyle/>
        <a:p>
          <a:r>
            <a:rPr lang="fr-FR" dirty="0"/>
            <a:t>Action à mener</a:t>
          </a:r>
        </a:p>
      </dgm:t>
    </dgm:pt>
    <dgm:pt modelId="{5FF126B4-345B-D649-9388-5CA40741A955}" type="parTrans" cxnId="{F5CEF543-A1F2-624F-83CC-38E450D8A1F3}">
      <dgm:prSet/>
      <dgm:spPr/>
      <dgm:t>
        <a:bodyPr/>
        <a:lstStyle/>
        <a:p>
          <a:endParaRPr lang="fr-FR"/>
        </a:p>
      </dgm:t>
    </dgm:pt>
    <dgm:pt modelId="{8A8E495C-40BB-0A49-96D6-3CF2C7CAA439}" type="sibTrans" cxnId="{F5CEF543-A1F2-624F-83CC-38E450D8A1F3}">
      <dgm:prSet/>
      <dgm:spPr/>
      <dgm:t>
        <a:bodyPr/>
        <a:lstStyle/>
        <a:p>
          <a:endParaRPr lang="fr-FR"/>
        </a:p>
      </dgm:t>
    </dgm:pt>
    <dgm:pt modelId="{D0219B3D-80BB-8D47-8368-55809F649495}">
      <dgm:prSet phldrT="[Texte]"/>
      <dgm:spPr/>
      <dgm:t>
        <a:bodyPr/>
        <a:lstStyle/>
        <a:p>
          <a:r>
            <a:rPr lang="fr-FR" dirty="0"/>
            <a:t>SQL</a:t>
          </a:r>
        </a:p>
      </dgm:t>
    </dgm:pt>
    <dgm:pt modelId="{D4D2E74C-6FFC-2A45-ADD5-DDC32F32632D}" type="parTrans" cxnId="{97D4C109-6AF5-0B43-8B20-D33E2480CEC3}">
      <dgm:prSet/>
      <dgm:spPr/>
      <dgm:t>
        <a:bodyPr/>
        <a:lstStyle/>
        <a:p>
          <a:endParaRPr lang="fr-FR"/>
        </a:p>
      </dgm:t>
    </dgm:pt>
    <dgm:pt modelId="{B1573AE8-A497-5143-BB26-DE61D8B46D36}" type="sibTrans" cxnId="{97D4C109-6AF5-0B43-8B20-D33E2480CEC3}">
      <dgm:prSet/>
      <dgm:spPr/>
      <dgm:t>
        <a:bodyPr/>
        <a:lstStyle/>
        <a:p>
          <a:endParaRPr lang="fr-FR"/>
        </a:p>
      </dgm:t>
    </dgm:pt>
    <dgm:pt modelId="{643919C4-2410-5346-8327-BD6B44C8A199}">
      <dgm:prSet phldrT="[Texte]"/>
      <dgm:spPr/>
      <dgm:t>
        <a:bodyPr/>
        <a:lstStyle/>
        <a:p>
          <a:r>
            <a:rPr lang="fr-FR" dirty="0"/>
            <a:t>Documentation</a:t>
          </a:r>
        </a:p>
      </dgm:t>
    </dgm:pt>
    <dgm:pt modelId="{0E148512-D66F-A348-B20A-F08780A6AFD6}" type="parTrans" cxnId="{2AC1C64A-9D73-424C-9D65-5D6A6B0CD396}">
      <dgm:prSet/>
      <dgm:spPr/>
      <dgm:t>
        <a:bodyPr/>
        <a:lstStyle/>
        <a:p>
          <a:endParaRPr lang="fr-FR"/>
        </a:p>
      </dgm:t>
    </dgm:pt>
    <dgm:pt modelId="{099CCB96-47AA-F840-88B7-C0F9C1EED90A}" type="sibTrans" cxnId="{2AC1C64A-9D73-424C-9D65-5D6A6B0CD396}">
      <dgm:prSet/>
      <dgm:spPr/>
      <dgm:t>
        <a:bodyPr/>
        <a:lstStyle/>
        <a:p>
          <a:endParaRPr lang="fr-FR"/>
        </a:p>
      </dgm:t>
    </dgm:pt>
    <dgm:pt modelId="{B1857E2C-EE7C-AB46-9D45-EB9318732E3F}" type="pres">
      <dgm:prSet presAssocID="{ED934D36-A0F7-AE45-8140-15DDEE23F724}" presName="Name0" presStyleCnt="0">
        <dgm:presLayoutVars>
          <dgm:dir/>
          <dgm:animLvl val="lvl"/>
          <dgm:resizeHandles val="exact"/>
        </dgm:presLayoutVars>
      </dgm:prSet>
      <dgm:spPr/>
    </dgm:pt>
    <dgm:pt modelId="{4074BF5C-60D2-F34C-A525-9D8884B49E7F}" type="pres">
      <dgm:prSet presAssocID="{C7A4188F-F8FD-A845-AE50-FD1011B063B0}" presName="composite" presStyleCnt="0"/>
      <dgm:spPr/>
    </dgm:pt>
    <dgm:pt modelId="{83F93E8A-6567-DD4C-AAD1-C2DD722B06D9}" type="pres">
      <dgm:prSet presAssocID="{C7A4188F-F8FD-A845-AE50-FD1011B063B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742C1CD-87A9-6A4C-A44F-74ED32419997}" type="pres">
      <dgm:prSet presAssocID="{C7A4188F-F8FD-A845-AE50-FD1011B063B0}" presName="desTx" presStyleLbl="alignAccFollowNode1" presStyleIdx="0" presStyleCnt="3">
        <dgm:presLayoutVars>
          <dgm:bulletEnabled val="1"/>
        </dgm:presLayoutVars>
      </dgm:prSet>
      <dgm:spPr/>
    </dgm:pt>
    <dgm:pt modelId="{5A54FD71-889A-3644-9967-99D6B7D9F9B2}" type="pres">
      <dgm:prSet presAssocID="{0F9EADAD-989A-2A45-8E06-DAFFE4DE042E}" presName="space" presStyleCnt="0"/>
      <dgm:spPr/>
    </dgm:pt>
    <dgm:pt modelId="{500DE359-6DF1-6645-BA17-817F47318F81}" type="pres">
      <dgm:prSet presAssocID="{1D78A668-E80A-4A42-B9B9-91FFA0ABE4A5}" presName="composite" presStyleCnt="0"/>
      <dgm:spPr/>
    </dgm:pt>
    <dgm:pt modelId="{9BFF9EAC-1A74-404C-AB00-49EA5CB4C350}" type="pres">
      <dgm:prSet presAssocID="{1D78A668-E80A-4A42-B9B9-91FFA0ABE4A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18EBD9E-6B85-CA47-9EA5-37FF15287D80}" type="pres">
      <dgm:prSet presAssocID="{1D78A668-E80A-4A42-B9B9-91FFA0ABE4A5}" presName="desTx" presStyleLbl="alignAccFollowNode1" presStyleIdx="1" presStyleCnt="3">
        <dgm:presLayoutVars>
          <dgm:bulletEnabled val="1"/>
        </dgm:presLayoutVars>
      </dgm:prSet>
      <dgm:spPr/>
    </dgm:pt>
    <dgm:pt modelId="{8B2A23A3-1B94-E947-BCE8-5B6B1A56B196}" type="pres">
      <dgm:prSet presAssocID="{AFCB161A-11D1-E549-AF50-F0F3C92A5AEB}" presName="space" presStyleCnt="0"/>
      <dgm:spPr/>
    </dgm:pt>
    <dgm:pt modelId="{0D557109-6DFD-8147-ADD7-F6BC7B152C2B}" type="pres">
      <dgm:prSet presAssocID="{E2A73059-F7AB-4647-9469-AF22DF00D239}" presName="composite" presStyleCnt="0"/>
      <dgm:spPr/>
    </dgm:pt>
    <dgm:pt modelId="{81366D6F-E043-E649-8818-19F9E21F3E34}" type="pres">
      <dgm:prSet presAssocID="{E2A73059-F7AB-4647-9469-AF22DF00D23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04C0A95-7D41-F84D-9707-45F640A335C3}" type="pres">
      <dgm:prSet presAssocID="{E2A73059-F7AB-4647-9469-AF22DF00D23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783D704-F15A-E445-9CFA-64F3E1CB6225}" type="presOf" srcId="{D0219B3D-80BB-8D47-8368-55809F649495}" destId="{004C0A95-7D41-F84D-9707-45F640A335C3}" srcOrd="0" destOrd="0" presId="urn:microsoft.com/office/officeart/2005/8/layout/hList1"/>
    <dgm:cxn modelId="{97D4C109-6AF5-0B43-8B20-D33E2480CEC3}" srcId="{E2A73059-F7AB-4647-9469-AF22DF00D239}" destId="{D0219B3D-80BB-8D47-8368-55809F649495}" srcOrd="0" destOrd="0" parTransId="{D4D2E74C-6FFC-2A45-ADD5-DDC32F32632D}" sibTransId="{B1573AE8-A497-5143-BB26-DE61D8B46D36}"/>
    <dgm:cxn modelId="{3FD67A0C-CF20-9746-86A0-252AA935AC2C}" type="presOf" srcId="{1D78A668-E80A-4A42-B9B9-91FFA0ABE4A5}" destId="{9BFF9EAC-1A74-404C-AB00-49EA5CB4C350}" srcOrd="0" destOrd="0" presId="urn:microsoft.com/office/officeart/2005/8/layout/hList1"/>
    <dgm:cxn modelId="{4CB48422-E579-E243-8842-AD9EA144E2D1}" type="presOf" srcId="{E2A73059-F7AB-4647-9469-AF22DF00D239}" destId="{81366D6F-E043-E649-8818-19F9E21F3E34}" srcOrd="0" destOrd="0" presId="urn:microsoft.com/office/officeart/2005/8/layout/hList1"/>
    <dgm:cxn modelId="{88787423-F7C9-224B-BC7B-9038290CD54C}" srcId="{C7A4188F-F8FD-A845-AE50-FD1011B063B0}" destId="{6931F88F-26EC-FE45-B535-ECD24A239212}" srcOrd="0" destOrd="0" parTransId="{7A163EFC-560B-B24B-92C6-123A688DC1D4}" sibTransId="{6881FFF9-033F-E242-B504-F916EB968738}"/>
    <dgm:cxn modelId="{31BAB231-4200-0340-B994-5AEC39E4C0AE}" srcId="{ED934D36-A0F7-AE45-8140-15DDEE23F724}" destId="{C7A4188F-F8FD-A845-AE50-FD1011B063B0}" srcOrd="0" destOrd="0" parTransId="{8AD15B34-11B0-7343-9E0E-A35E70CF016A}" sibTransId="{0F9EADAD-989A-2A45-8E06-DAFFE4DE042E}"/>
    <dgm:cxn modelId="{78B73B36-F95B-4C40-B96C-6BE16CAD1AF5}" srcId="{ED934D36-A0F7-AE45-8140-15DDEE23F724}" destId="{1D78A668-E80A-4A42-B9B9-91FFA0ABE4A5}" srcOrd="1" destOrd="0" parTransId="{8050840A-97D1-6743-A75C-EDA72A90202F}" sibTransId="{AFCB161A-11D1-E549-AF50-F0F3C92A5AEB}"/>
    <dgm:cxn modelId="{F5CEF543-A1F2-624F-83CC-38E450D8A1F3}" srcId="{ED934D36-A0F7-AE45-8140-15DDEE23F724}" destId="{E2A73059-F7AB-4647-9469-AF22DF00D239}" srcOrd="2" destOrd="0" parTransId="{5FF126B4-345B-D649-9388-5CA40741A955}" sibTransId="{8A8E495C-40BB-0A49-96D6-3CF2C7CAA439}"/>
    <dgm:cxn modelId="{EEC83346-0AB7-8640-B3E2-05663D82C1DC}" srcId="{1D78A668-E80A-4A42-B9B9-91FFA0ABE4A5}" destId="{BD995B43-77ED-A743-8104-0BB93A9269B9}" srcOrd="0" destOrd="0" parTransId="{DBCF6F0E-703A-C442-866F-D19356B3C7B4}" sibTransId="{EA65E7C5-E14C-134E-921A-C517E8B28AA5}"/>
    <dgm:cxn modelId="{2AC1C64A-9D73-424C-9D65-5D6A6B0CD396}" srcId="{E2A73059-F7AB-4647-9469-AF22DF00D239}" destId="{643919C4-2410-5346-8327-BD6B44C8A199}" srcOrd="1" destOrd="0" parTransId="{0E148512-D66F-A348-B20A-F08780A6AFD6}" sibTransId="{099CCB96-47AA-F840-88B7-C0F9C1EED90A}"/>
    <dgm:cxn modelId="{C9EEC84D-BFB6-5C4B-92DB-1600C00153A3}" type="presOf" srcId="{6931F88F-26EC-FE45-B535-ECD24A239212}" destId="{2742C1CD-87A9-6A4C-A44F-74ED32419997}" srcOrd="0" destOrd="0" presId="urn:microsoft.com/office/officeart/2005/8/layout/hList1"/>
    <dgm:cxn modelId="{B4FF1F5D-658E-FF4D-B266-02382903C7E8}" type="presOf" srcId="{C7A4188F-F8FD-A845-AE50-FD1011B063B0}" destId="{83F93E8A-6567-DD4C-AAD1-C2DD722B06D9}" srcOrd="0" destOrd="0" presId="urn:microsoft.com/office/officeart/2005/8/layout/hList1"/>
    <dgm:cxn modelId="{2F5C9483-03AC-AF41-89B5-0F0A05235EF5}" type="presOf" srcId="{850F568A-7890-B247-89A7-EB939271BD2B}" destId="{D18EBD9E-6B85-CA47-9EA5-37FF15287D80}" srcOrd="0" destOrd="1" presId="urn:microsoft.com/office/officeart/2005/8/layout/hList1"/>
    <dgm:cxn modelId="{59B8C283-0D48-1848-9E3E-AE3A990A40AC}" type="presOf" srcId="{BD995B43-77ED-A743-8104-0BB93A9269B9}" destId="{D18EBD9E-6B85-CA47-9EA5-37FF15287D80}" srcOrd="0" destOrd="0" presId="urn:microsoft.com/office/officeart/2005/8/layout/hList1"/>
    <dgm:cxn modelId="{1419699D-4491-814C-B81B-C7BC1A0774FB}" type="presOf" srcId="{643919C4-2410-5346-8327-BD6B44C8A199}" destId="{004C0A95-7D41-F84D-9707-45F640A335C3}" srcOrd="0" destOrd="1" presId="urn:microsoft.com/office/officeart/2005/8/layout/hList1"/>
    <dgm:cxn modelId="{60196CB5-28F4-CF4C-B435-2C4381CFFB65}" srcId="{1D78A668-E80A-4A42-B9B9-91FFA0ABE4A5}" destId="{850F568A-7890-B247-89A7-EB939271BD2B}" srcOrd="1" destOrd="0" parTransId="{10F7ED0A-0CB0-874A-8B7B-0CEB32B73C1F}" sibTransId="{8448DD38-9440-6743-9021-158F1835D499}"/>
    <dgm:cxn modelId="{AB795EB9-CEEB-EB42-A0D0-2267CE04C3BE}" type="presOf" srcId="{ED934D36-A0F7-AE45-8140-15DDEE23F724}" destId="{B1857E2C-EE7C-AB46-9D45-EB9318732E3F}" srcOrd="0" destOrd="0" presId="urn:microsoft.com/office/officeart/2005/8/layout/hList1"/>
    <dgm:cxn modelId="{4AB80448-5201-FB4F-B2F0-A755C7F5003C}" type="presParOf" srcId="{B1857E2C-EE7C-AB46-9D45-EB9318732E3F}" destId="{4074BF5C-60D2-F34C-A525-9D8884B49E7F}" srcOrd="0" destOrd="0" presId="urn:microsoft.com/office/officeart/2005/8/layout/hList1"/>
    <dgm:cxn modelId="{955E3D25-3D7A-BD42-B524-3C702D7C3ED3}" type="presParOf" srcId="{4074BF5C-60D2-F34C-A525-9D8884B49E7F}" destId="{83F93E8A-6567-DD4C-AAD1-C2DD722B06D9}" srcOrd="0" destOrd="0" presId="urn:microsoft.com/office/officeart/2005/8/layout/hList1"/>
    <dgm:cxn modelId="{CE4431EB-3165-AB45-B06D-C8F31A0A664E}" type="presParOf" srcId="{4074BF5C-60D2-F34C-A525-9D8884B49E7F}" destId="{2742C1CD-87A9-6A4C-A44F-74ED32419997}" srcOrd="1" destOrd="0" presId="urn:microsoft.com/office/officeart/2005/8/layout/hList1"/>
    <dgm:cxn modelId="{4060CDC4-99EA-2141-864D-BCD8B2F38CB9}" type="presParOf" srcId="{B1857E2C-EE7C-AB46-9D45-EB9318732E3F}" destId="{5A54FD71-889A-3644-9967-99D6B7D9F9B2}" srcOrd="1" destOrd="0" presId="urn:microsoft.com/office/officeart/2005/8/layout/hList1"/>
    <dgm:cxn modelId="{8A47427D-6B02-664F-92EC-B8AFA91785C9}" type="presParOf" srcId="{B1857E2C-EE7C-AB46-9D45-EB9318732E3F}" destId="{500DE359-6DF1-6645-BA17-817F47318F81}" srcOrd="2" destOrd="0" presId="urn:microsoft.com/office/officeart/2005/8/layout/hList1"/>
    <dgm:cxn modelId="{5606A714-8AC5-2846-A92B-44966BAD7E02}" type="presParOf" srcId="{500DE359-6DF1-6645-BA17-817F47318F81}" destId="{9BFF9EAC-1A74-404C-AB00-49EA5CB4C350}" srcOrd="0" destOrd="0" presId="urn:microsoft.com/office/officeart/2005/8/layout/hList1"/>
    <dgm:cxn modelId="{706F417D-3177-4D40-93A1-DEB6E22DA122}" type="presParOf" srcId="{500DE359-6DF1-6645-BA17-817F47318F81}" destId="{D18EBD9E-6B85-CA47-9EA5-37FF15287D80}" srcOrd="1" destOrd="0" presId="urn:microsoft.com/office/officeart/2005/8/layout/hList1"/>
    <dgm:cxn modelId="{138883D2-196B-344A-A037-A655AB8C4A02}" type="presParOf" srcId="{B1857E2C-EE7C-AB46-9D45-EB9318732E3F}" destId="{8B2A23A3-1B94-E947-BCE8-5B6B1A56B196}" srcOrd="3" destOrd="0" presId="urn:microsoft.com/office/officeart/2005/8/layout/hList1"/>
    <dgm:cxn modelId="{B7F7895F-7FC2-F44E-83CE-7F742C69B597}" type="presParOf" srcId="{B1857E2C-EE7C-AB46-9D45-EB9318732E3F}" destId="{0D557109-6DFD-8147-ADD7-F6BC7B152C2B}" srcOrd="4" destOrd="0" presId="urn:microsoft.com/office/officeart/2005/8/layout/hList1"/>
    <dgm:cxn modelId="{05840751-890A-D444-9D08-29377B3B1DD6}" type="presParOf" srcId="{0D557109-6DFD-8147-ADD7-F6BC7B152C2B}" destId="{81366D6F-E043-E649-8818-19F9E21F3E34}" srcOrd="0" destOrd="0" presId="urn:microsoft.com/office/officeart/2005/8/layout/hList1"/>
    <dgm:cxn modelId="{307F9F84-EF9A-0D43-9D3D-0D8E4F11DEC0}" type="presParOf" srcId="{0D557109-6DFD-8147-ADD7-F6BC7B152C2B}" destId="{004C0A95-7D41-F84D-9707-45F640A335C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89B683-AED6-7B4B-83B8-7C9B12A9F00E}">
      <dsp:nvSpPr>
        <dsp:cNvPr id="0" name=""/>
        <dsp:cNvSpPr/>
      </dsp:nvSpPr>
      <dsp:spPr>
        <a:xfrm>
          <a:off x="3726" y="1133029"/>
          <a:ext cx="1629180" cy="97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Questions business</a:t>
          </a:r>
        </a:p>
      </dsp:txBody>
      <dsp:txXfrm>
        <a:off x="32356" y="1161659"/>
        <a:ext cx="1571920" cy="920248"/>
      </dsp:txXfrm>
    </dsp:sp>
    <dsp:sp modelId="{0EE302C3-9B94-3D42-9ACA-5E64DF3D8EAE}">
      <dsp:nvSpPr>
        <dsp:cNvPr id="0" name=""/>
        <dsp:cNvSpPr/>
      </dsp:nvSpPr>
      <dsp:spPr>
        <a:xfrm>
          <a:off x="1795824" y="1419765"/>
          <a:ext cx="345386" cy="404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1795824" y="1500572"/>
        <a:ext cx="241770" cy="242422"/>
      </dsp:txXfrm>
    </dsp:sp>
    <dsp:sp modelId="{EF265883-586E-FA4D-B6F4-C57F7127550E}">
      <dsp:nvSpPr>
        <dsp:cNvPr id="0" name=""/>
        <dsp:cNvSpPr/>
      </dsp:nvSpPr>
      <dsp:spPr>
        <a:xfrm>
          <a:off x="2284578" y="1133029"/>
          <a:ext cx="1629180" cy="97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Connexion à la BDD</a:t>
          </a:r>
        </a:p>
      </dsp:txBody>
      <dsp:txXfrm>
        <a:off x="2313208" y="1161659"/>
        <a:ext cx="1571920" cy="920248"/>
      </dsp:txXfrm>
    </dsp:sp>
    <dsp:sp modelId="{8970AD99-F43C-B441-A23A-67617815F430}">
      <dsp:nvSpPr>
        <dsp:cNvPr id="0" name=""/>
        <dsp:cNvSpPr/>
      </dsp:nvSpPr>
      <dsp:spPr>
        <a:xfrm>
          <a:off x="4076676" y="1419765"/>
          <a:ext cx="345386" cy="404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4076676" y="1500572"/>
        <a:ext cx="241770" cy="242422"/>
      </dsp:txXfrm>
    </dsp:sp>
    <dsp:sp modelId="{0EF006D1-6741-AA41-BED0-7B0CA7DA58CC}">
      <dsp:nvSpPr>
        <dsp:cNvPr id="0" name=""/>
        <dsp:cNvSpPr/>
      </dsp:nvSpPr>
      <dsp:spPr>
        <a:xfrm>
          <a:off x="4565430" y="1133029"/>
          <a:ext cx="1629180" cy="97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Fichier de transformation auto</a:t>
          </a:r>
        </a:p>
      </dsp:txBody>
      <dsp:txXfrm>
        <a:off x="4594060" y="1161659"/>
        <a:ext cx="1571920" cy="920248"/>
      </dsp:txXfrm>
    </dsp:sp>
    <dsp:sp modelId="{31AE209D-1D4E-6147-9D66-2A86DF68B225}">
      <dsp:nvSpPr>
        <dsp:cNvPr id="0" name=""/>
        <dsp:cNvSpPr/>
      </dsp:nvSpPr>
      <dsp:spPr>
        <a:xfrm>
          <a:off x="6357528" y="1419765"/>
          <a:ext cx="345386" cy="404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6357528" y="1500572"/>
        <a:ext cx="241770" cy="242422"/>
      </dsp:txXfrm>
    </dsp:sp>
    <dsp:sp modelId="{62BE155D-C9D7-F64D-B4C0-2DDFB7750D2C}">
      <dsp:nvSpPr>
        <dsp:cNvPr id="0" name=""/>
        <dsp:cNvSpPr/>
      </dsp:nvSpPr>
      <dsp:spPr>
        <a:xfrm>
          <a:off x="6846282" y="1133029"/>
          <a:ext cx="1629180" cy="97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Fichier de transformation manuelle</a:t>
          </a:r>
        </a:p>
      </dsp:txBody>
      <dsp:txXfrm>
        <a:off x="6874912" y="1161659"/>
        <a:ext cx="1571920" cy="9202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A004D-F791-014C-8A2B-8010085E451F}">
      <dsp:nvSpPr>
        <dsp:cNvPr id="0" name=""/>
        <dsp:cNvSpPr/>
      </dsp:nvSpPr>
      <dsp:spPr>
        <a:xfrm>
          <a:off x="0" y="2295900"/>
          <a:ext cx="7382308" cy="7535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Sauvegarder les modifications</a:t>
          </a:r>
        </a:p>
      </dsp:txBody>
      <dsp:txXfrm>
        <a:off x="0" y="2295900"/>
        <a:ext cx="7382308" cy="753565"/>
      </dsp:txXfrm>
    </dsp:sp>
    <dsp:sp modelId="{8D7162EE-C8FF-1548-8ACD-858EDBF4D60A}">
      <dsp:nvSpPr>
        <dsp:cNvPr id="0" name=""/>
        <dsp:cNvSpPr/>
      </dsp:nvSpPr>
      <dsp:spPr>
        <a:xfrm rot="10800000">
          <a:off x="0" y="1148220"/>
          <a:ext cx="7382308" cy="115898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Rendre accessible pour l’utilisateur</a:t>
          </a:r>
        </a:p>
      </dsp:txBody>
      <dsp:txXfrm rot="10800000">
        <a:off x="0" y="1148220"/>
        <a:ext cx="7382308" cy="753073"/>
      </dsp:txXfrm>
    </dsp:sp>
    <dsp:sp modelId="{477FDAD9-BB5A-3E46-9FCB-E313C625A16F}">
      <dsp:nvSpPr>
        <dsp:cNvPr id="0" name=""/>
        <dsp:cNvSpPr/>
      </dsp:nvSpPr>
      <dsp:spPr>
        <a:xfrm rot="10800000">
          <a:off x="0" y="0"/>
          <a:ext cx="7382308" cy="115898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Création de la BDD</a:t>
          </a:r>
        </a:p>
      </dsp:txBody>
      <dsp:txXfrm rot="-10800000">
        <a:off x="0" y="0"/>
        <a:ext cx="7382308" cy="406803"/>
      </dsp:txXfrm>
    </dsp:sp>
    <dsp:sp modelId="{E183FA61-898C-2F43-8BBE-46580088FD67}">
      <dsp:nvSpPr>
        <dsp:cNvPr id="0" name=""/>
        <dsp:cNvSpPr/>
      </dsp:nvSpPr>
      <dsp:spPr>
        <a:xfrm>
          <a:off x="0" y="407342"/>
          <a:ext cx="7382308" cy="3465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Analyse et extraction des données</a:t>
          </a:r>
        </a:p>
      </dsp:txBody>
      <dsp:txXfrm>
        <a:off x="0" y="407342"/>
        <a:ext cx="7382308" cy="346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93E8A-6567-DD4C-AAD1-C2DD722B06D9}">
      <dsp:nvSpPr>
        <dsp:cNvPr id="0" name=""/>
        <dsp:cNvSpPr/>
      </dsp:nvSpPr>
      <dsp:spPr>
        <a:xfrm>
          <a:off x="2745" y="547253"/>
          <a:ext cx="2676913" cy="8624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Difficultés rencontrées</a:t>
          </a:r>
        </a:p>
      </dsp:txBody>
      <dsp:txXfrm>
        <a:off x="2745" y="547253"/>
        <a:ext cx="2676913" cy="862498"/>
      </dsp:txXfrm>
    </dsp:sp>
    <dsp:sp modelId="{2742C1CD-87A9-6A4C-A44F-74ED32419997}">
      <dsp:nvSpPr>
        <dsp:cNvPr id="0" name=""/>
        <dsp:cNvSpPr/>
      </dsp:nvSpPr>
      <dsp:spPr>
        <a:xfrm>
          <a:off x="2745" y="1409751"/>
          <a:ext cx="2676913" cy="14068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Connexion Excel</a:t>
          </a:r>
        </a:p>
      </dsp:txBody>
      <dsp:txXfrm>
        <a:off x="2745" y="1409751"/>
        <a:ext cx="2676913" cy="1406812"/>
      </dsp:txXfrm>
    </dsp:sp>
    <dsp:sp modelId="{9BFF9EAC-1A74-404C-AB00-49EA5CB4C350}">
      <dsp:nvSpPr>
        <dsp:cNvPr id="0" name=""/>
        <dsp:cNvSpPr/>
      </dsp:nvSpPr>
      <dsp:spPr>
        <a:xfrm>
          <a:off x="3054427" y="547253"/>
          <a:ext cx="2676913" cy="8624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Points forts</a:t>
          </a:r>
        </a:p>
      </dsp:txBody>
      <dsp:txXfrm>
        <a:off x="3054427" y="547253"/>
        <a:ext cx="2676913" cy="862498"/>
      </dsp:txXfrm>
    </dsp:sp>
    <dsp:sp modelId="{D18EBD9E-6B85-CA47-9EA5-37FF15287D80}">
      <dsp:nvSpPr>
        <dsp:cNvPr id="0" name=""/>
        <dsp:cNvSpPr/>
      </dsp:nvSpPr>
      <dsp:spPr>
        <a:xfrm>
          <a:off x="3054427" y="1409751"/>
          <a:ext cx="2676913" cy="14068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Traitement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Présentation des résultats</a:t>
          </a:r>
        </a:p>
      </dsp:txBody>
      <dsp:txXfrm>
        <a:off x="3054427" y="1409751"/>
        <a:ext cx="2676913" cy="1406812"/>
      </dsp:txXfrm>
    </dsp:sp>
    <dsp:sp modelId="{81366D6F-E043-E649-8818-19F9E21F3E34}">
      <dsp:nvSpPr>
        <dsp:cNvPr id="0" name=""/>
        <dsp:cNvSpPr/>
      </dsp:nvSpPr>
      <dsp:spPr>
        <a:xfrm>
          <a:off x="6106108" y="547253"/>
          <a:ext cx="2676913" cy="8624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Action à mener</a:t>
          </a:r>
        </a:p>
      </dsp:txBody>
      <dsp:txXfrm>
        <a:off x="6106108" y="547253"/>
        <a:ext cx="2676913" cy="862498"/>
      </dsp:txXfrm>
    </dsp:sp>
    <dsp:sp modelId="{004C0A95-7D41-F84D-9707-45F640A335C3}">
      <dsp:nvSpPr>
        <dsp:cNvPr id="0" name=""/>
        <dsp:cNvSpPr/>
      </dsp:nvSpPr>
      <dsp:spPr>
        <a:xfrm>
          <a:off x="6106108" y="1409751"/>
          <a:ext cx="2676913" cy="14068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SQL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Documentation</a:t>
          </a:r>
        </a:p>
      </dsp:txBody>
      <dsp:txXfrm>
        <a:off x="6106108" y="1409751"/>
        <a:ext cx="2676913" cy="1406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D94470B-BAE6-A48B-980B-531E9C355D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1543CD4-1BEB-D6E9-6E8A-D8C6739DC0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16856-3A92-504E-BDB0-652D95A668E4}" type="datetimeFigureOut">
              <a:rPr lang="fr-FR" smtClean="0"/>
              <a:t>01/12/2024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DE485D-55E2-634A-3FC7-928D2D0675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23148A-9F94-D34A-22B3-4C86A48342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13FCB-AA65-C840-A67B-97FF7DF151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322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0" i="0" dirty="0">
                <a:solidFill>
                  <a:srgbClr val="271A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Équilibrage sur les cartons multi-variétés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Données Auto et manuelle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095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272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2661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344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4381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100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9CB3B72-3245-FAC4-CB50-DDD3B84B4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CEFCB921-ADB6-0F58-C7AC-88BCC87DFFB0}"/>
              </a:ext>
            </a:extLst>
          </p:cNvPr>
          <p:cNvPicPr/>
          <p:nvPr userDrawn="1"/>
        </p:nvPicPr>
        <p:blipFill>
          <a:blip r:embed="rId13"/>
          <a:srcRect/>
          <a:stretch>
            <a:fillRect/>
          </a:stretch>
        </p:blipFill>
        <p:spPr>
          <a:xfrm>
            <a:off x="4182110" y="4652076"/>
            <a:ext cx="779779" cy="491424"/>
          </a:xfrm>
          <a:prstGeom prst="rect">
            <a:avLst/>
          </a:prstGeom>
          <a:ln/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07/12/2024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Bénédy JEAN-PHILIPPE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B800C7-350D-39D4-FAB8-61B0A30D4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942587"/>
            <a:ext cx="8520600" cy="2052600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MiamBar</a:t>
            </a:r>
            <a:b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>
              <a:effectLst/>
            </a:endParaRPr>
          </a:p>
        </p:txBody>
      </p:sp>
      <p:sp>
        <p:nvSpPr>
          <p:cNvPr id="3" name="Google Shape;61;p4">
            <a:extLst>
              <a:ext uri="{FF2B5EF4-FFF2-40B4-BE49-F238E27FC236}">
                <a16:creationId xmlns:a16="http://schemas.microsoft.com/office/drawing/2014/main" id="{3E5B37D9-2B93-C92E-219B-106D77FFE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Sommaire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5" y="1536218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Objectifs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Exploration du jeu de données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Présentation de la BDD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Supports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Bilan</a:t>
            </a:r>
          </a:p>
          <a:p>
            <a:pPr>
              <a:buFont typeface="Wingdings" pitchFamily="2" charset="2"/>
              <a:buChar char="Ø"/>
            </a:pPr>
            <a:endParaRPr lang="fr-FR" dirty="0">
              <a:solidFill>
                <a:schemeClr val="tx1"/>
              </a:solidFill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678CC8-CDF4-A58D-5998-D021095E3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Objectifs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5" y="1564614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Optimisation d’un processus de production de fabrication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rgbClr val="271A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fr-FR" b="0" i="0" dirty="0">
                <a:solidFill>
                  <a:srgbClr val="271A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érer les problèmes d'équilibrage de production sur les cartons multi-variétés 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Création d’un outil de transformation de données</a:t>
            </a:r>
          </a:p>
          <a:p>
            <a:pPr>
              <a:buFont typeface="Wingdings" pitchFamily="2" charset="2"/>
              <a:buChar char="Ø"/>
            </a:pPr>
            <a:endParaRPr lang="fr-FR" dirty="0">
              <a:solidFill>
                <a:schemeClr val="tx1"/>
              </a:solidFill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678CC8-CDF4-A58D-5998-D021095E3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77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Exploration du jeu de données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196F74-9E02-0CF3-0701-3F7F149537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A5D8A16-62DF-660D-D5C2-AD45E2389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159" y="1566050"/>
            <a:ext cx="8520600" cy="34164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Observation du jeu de données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4 tables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Suppression des doublons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Vérification du format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Vérification si valeurs manquantes </a:t>
            </a:r>
          </a:p>
        </p:txBody>
      </p:sp>
    </p:spTree>
    <p:extLst>
      <p:ext uri="{BB962C8B-B14F-4D97-AF65-F5344CB8AC3E}">
        <p14:creationId xmlns:p14="http://schemas.microsoft.com/office/powerpoint/2010/main" val="113239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Présentation de la BDD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196F74-9E02-0CF3-0701-3F7F149537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A5D8A16-62DF-660D-D5C2-AD45E2389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159" y="1566050"/>
            <a:ext cx="8444580" cy="2996897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Création de la BDD MiamBar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Imports des 4 tables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</a:rPr>
              <a:t>Création de vus</a:t>
            </a:r>
          </a:p>
        </p:txBody>
      </p:sp>
    </p:spTree>
    <p:extLst>
      <p:ext uri="{BB962C8B-B14F-4D97-AF65-F5344CB8AC3E}">
        <p14:creationId xmlns:p14="http://schemas.microsoft.com/office/powerpoint/2010/main" val="254761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Supports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4358810D-6B1A-9CD8-7010-0B27077FE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4312453"/>
              </p:ext>
            </p:extLst>
          </p:nvPr>
        </p:nvGraphicFramePr>
        <p:xfrm>
          <a:off x="332405" y="1479283"/>
          <a:ext cx="8479189" cy="3243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92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Conclusion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80CB6182-0881-1E78-B085-D358B51502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3001933"/>
              </p:ext>
            </p:extLst>
          </p:nvPr>
        </p:nvGraphicFramePr>
        <p:xfrm>
          <a:off x="1012175" y="1501530"/>
          <a:ext cx="7382308" cy="3050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9393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Bilan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E342FEB0-577E-477D-97D4-985CE7EC2D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982150"/>
              </p:ext>
            </p:extLst>
          </p:nvPr>
        </p:nvGraphicFramePr>
        <p:xfrm>
          <a:off x="122842" y="1496199"/>
          <a:ext cx="8785768" cy="3363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977938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{0631A71B-156B-9245-844E-44C6FE7D33C1}tf16401378</Template>
  <TotalTime>66327</TotalTime>
  <Words>153</Words>
  <Application>Microsoft Macintosh PowerPoint</Application>
  <PresentationFormat>Affichage à l'écran (16:9)</PresentationFormat>
  <Paragraphs>52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Wingdings</vt:lpstr>
      <vt:lpstr>Arial</vt:lpstr>
      <vt:lpstr>Simple Light</vt:lpstr>
      <vt:lpstr>MiamBar </vt:lpstr>
      <vt:lpstr>Sommaire </vt:lpstr>
      <vt:lpstr>Objectifs </vt:lpstr>
      <vt:lpstr>Exploration du jeu de données </vt:lpstr>
      <vt:lpstr>Présentation de la BDD </vt:lpstr>
      <vt:lpstr>Supports </vt:lpstr>
      <vt:lpstr>Conclusion </vt:lpstr>
      <vt:lpstr>Bilan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JEAN PHILIPPE Benedy</cp:lastModifiedBy>
  <cp:revision>170</cp:revision>
  <dcterms:modified xsi:type="dcterms:W3CDTF">2024-12-07T12:39:16Z</dcterms:modified>
</cp:coreProperties>
</file>