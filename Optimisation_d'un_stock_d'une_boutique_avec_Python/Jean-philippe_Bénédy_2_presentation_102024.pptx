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64" r:id="rId5"/>
    <p:sldId id="263" r:id="rId6"/>
    <p:sldId id="258" r:id="rId7"/>
    <p:sldId id="267" r:id="rId8"/>
    <p:sldId id="259" r:id="rId9"/>
    <p:sldId id="269" r:id="rId10"/>
    <p:sldId id="260" r:id="rId11"/>
    <p:sldId id="271" r:id="rId12"/>
    <p:sldId id="270" r:id="rId13"/>
    <p:sldId id="272" r:id="rId14"/>
    <p:sldId id="273" r:id="rId15"/>
    <p:sldId id="261" r:id="rId16"/>
    <p:sldId id="274" r:id="rId17"/>
    <p:sldId id="262" r:id="rId18"/>
  </p:sldIdLst>
  <p:sldSz cx="9144000" cy="5143500" type="screen16x9"/>
  <p:notesSz cx="6858000" cy="9144000"/>
  <p:embeddedFontLst>
    <p:embeddedFont>
      <p:font typeface="Montserrat" pitchFamily="2" charset="77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9"/>
    <p:restoredTop sz="94675"/>
  </p:normalViewPr>
  <p:slideViewPr>
    <p:cSldViewPr snapToGrid="0">
      <p:cViewPr varScale="1">
        <p:scale>
          <a:sx n="148" d="100"/>
          <a:sy n="148" d="100"/>
        </p:scale>
        <p:origin x="208" y="17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9582AE-FE01-E64A-8617-A537F0632750}" type="doc">
      <dgm:prSet loTypeId="urn:microsoft.com/office/officeart/2005/8/layout/process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6E6BCEE-527C-0048-B5A9-3B024E8E14CC}">
      <dgm:prSet phldrT="[Texte]"/>
      <dgm:spPr/>
      <dgm:t>
        <a:bodyPr/>
        <a:lstStyle/>
        <a:p>
          <a:r>
            <a:rPr lang="fr-FR" dirty="0"/>
            <a:t>Dimensions</a:t>
          </a:r>
        </a:p>
      </dgm:t>
    </dgm:pt>
    <dgm:pt modelId="{9904BE66-21EC-C344-A6A8-A7F6FDE7F451}" type="parTrans" cxnId="{E7298F85-C7C9-8D4F-87BC-022442AC2488}">
      <dgm:prSet/>
      <dgm:spPr/>
      <dgm:t>
        <a:bodyPr/>
        <a:lstStyle/>
        <a:p>
          <a:endParaRPr lang="fr-FR"/>
        </a:p>
      </dgm:t>
    </dgm:pt>
    <dgm:pt modelId="{C521BD0F-C6D8-664B-AB60-2728E1C13A2A}" type="sibTrans" cxnId="{E7298F85-C7C9-8D4F-87BC-022442AC2488}">
      <dgm:prSet/>
      <dgm:spPr/>
      <dgm:t>
        <a:bodyPr/>
        <a:lstStyle/>
        <a:p>
          <a:endParaRPr lang="fr-FR"/>
        </a:p>
      </dgm:t>
    </dgm:pt>
    <dgm:pt modelId="{8F7DDDA2-9ADA-F947-82C4-C7B7F62F94CD}">
      <dgm:prSet phldrT="[Texte]"/>
      <dgm:spPr/>
      <dgm:t>
        <a:bodyPr/>
        <a:lstStyle/>
        <a:p>
          <a:r>
            <a:rPr lang="fr-FR" dirty="0"/>
            <a:t>825 observations</a:t>
          </a:r>
        </a:p>
      </dgm:t>
    </dgm:pt>
    <dgm:pt modelId="{BFDD6F85-F3AA-4642-9630-504BB17D08C8}" type="parTrans" cxnId="{F2E633B0-8A3E-0E4B-8BEE-7AC7CAA0DF96}">
      <dgm:prSet/>
      <dgm:spPr/>
      <dgm:t>
        <a:bodyPr/>
        <a:lstStyle/>
        <a:p>
          <a:endParaRPr lang="fr-FR"/>
        </a:p>
      </dgm:t>
    </dgm:pt>
    <dgm:pt modelId="{A33244F8-8421-2645-809F-73F1019DEFF6}" type="sibTrans" cxnId="{F2E633B0-8A3E-0E4B-8BEE-7AC7CAA0DF96}">
      <dgm:prSet/>
      <dgm:spPr/>
      <dgm:t>
        <a:bodyPr/>
        <a:lstStyle/>
        <a:p>
          <a:endParaRPr lang="fr-FR"/>
        </a:p>
      </dgm:t>
    </dgm:pt>
    <dgm:pt modelId="{D66BDF41-BD61-5441-BBE8-090C48665232}">
      <dgm:prSet phldrT="[Texte]"/>
      <dgm:spPr/>
      <dgm:t>
        <a:bodyPr/>
        <a:lstStyle/>
        <a:p>
          <a:r>
            <a:rPr lang="fr-FR" dirty="0"/>
            <a:t>6 colonnes</a:t>
          </a:r>
        </a:p>
      </dgm:t>
    </dgm:pt>
    <dgm:pt modelId="{5E1A6152-0F90-F646-B5C0-B4E688AC2292}" type="parTrans" cxnId="{D440ED8E-8B23-A943-BEC8-46EC8CFEB26F}">
      <dgm:prSet/>
      <dgm:spPr/>
      <dgm:t>
        <a:bodyPr/>
        <a:lstStyle/>
        <a:p>
          <a:endParaRPr lang="fr-FR"/>
        </a:p>
      </dgm:t>
    </dgm:pt>
    <dgm:pt modelId="{BECDE354-B7F4-B142-991C-C94F35B53781}" type="sibTrans" cxnId="{D440ED8E-8B23-A943-BEC8-46EC8CFEB26F}">
      <dgm:prSet/>
      <dgm:spPr/>
      <dgm:t>
        <a:bodyPr/>
        <a:lstStyle/>
        <a:p>
          <a:endParaRPr lang="fr-FR"/>
        </a:p>
      </dgm:t>
    </dgm:pt>
    <dgm:pt modelId="{A879F69D-D5C2-2043-B2FA-C2CD605FF4BD}">
      <dgm:prSet phldrT="[Texte]"/>
      <dgm:spPr/>
      <dgm:t>
        <a:bodyPr/>
        <a:lstStyle/>
        <a:p>
          <a:r>
            <a:rPr lang="fr-FR" dirty="0"/>
            <a:t>Traitement réalisé</a:t>
          </a:r>
        </a:p>
      </dgm:t>
    </dgm:pt>
    <dgm:pt modelId="{C78E520D-9633-1C45-890E-739FF7E6894E}" type="parTrans" cxnId="{973B63F6-E26D-DB43-838C-6D68C5393CB3}">
      <dgm:prSet/>
      <dgm:spPr/>
      <dgm:t>
        <a:bodyPr/>
        <a:lstStyle/>
        <a:p>
          <a:endParaRPr lang="fr-FR"/>
        </a:p>
      </dgm:t>
    </dgm:pt>
    <dgm:pt modelId="{2BFCD8CB-9789-114F-90F6-01D176FA811C}" type="sibTrans" cxnId="{973B63F6-E26D-DB43-838C-6D68C5393CB3}">
      <dgm:prSet/>
      <dgm:spPr/>
      <dgm:t>
        <a:bodyPr/>
        <a:lstStyle/>
        <a:p>
          <a:endParaRPr lang="fr-FR"/>
        </a:p>
      </dgm:t>
    </dgm:pt>
    <dgm:pt modelId="{756DF598-EB28-0B4C-B659-6604E4173A98}">
      <dgm:prSet phldrT="[Texte]"/>
      <dgm:spPr/>
      <dgm:t>
        <a:bodyPr/>
        <a:lstStyle/>
        <a:p>
          <a:r>
            <a:rPr lang="fr-FR" dirty="0"/>
            <a:t>Vérification de la présence de doublons</a:t>
          </a:r>
        </a:p>
      </dgm:t>
    </dgm:pt>
    <dgm:pt modelId="{F228A725-69E4-E940-A6EC-11149E94DF9E}" type="parTrans" cxnId="{76348534-50BA-FB47-A657-746D4A95723F}">
      <dgm:prSet/>
      <dgm:spPr/>
      <dgm:t>
        <a:bodyPr/>
        <a:lstStyle/>
        <a:p>
          <a:endParaRPr lang="fr-FR"/>
        </a:p>
      </dgm:t>
    </dgm:pt>
    <dgm:pt modelId="{249A2871-05A5-F046-AFB9-7B573133BE92}" type="sibTrans" cxnId="{76348534-50BA-FB47-A657-746D4A95723F}">
      <dgm:prSet/>
      <dgm:spPr/>
      <dgm:t>
        <a:bodyPr/>
        <a:lstStyle/>
        <a:p>
          <a:endParaRPr lang="fr-FR"/>
        </a:p>
      </dgm:t>
    </dgm:pt>
    <dgm:pt modelId="{F74FF57C-C075-7548-9C8C-96C91AAAE2B9}">
      <dgm:prSet phldrT="[Texte]"/>
      <dgm:spPr/>
      <dgm:t>
        <a:bodyPr/>
        <a:lstStyle/>
        <a:p>
          <a:r>
            <a:rPr lang="fr-FR" dirty="0"/>
            <a:t>Vérification si la colonne « </a:t>
          </a:r>
          <a:r>
            <a:rPr lang="fr-FR" dirty="0" err="1"/>
            <a:t>stock_status</a:t>
          </a:r>
          <a:r>
            <a:rPr lang="fr-FR" dirty="0"/>
            <a:t> » est correct</a:t>
          </a:r>
        </a:p>
      </dgm:t>
    </dgm:pt>
    <dgm:pt modelId="{F097F423-F6A4-9642-BECF-905380F70370}" type="parTrans" cxnId="{83192A7A-BCA0-944A-8AA0-6CBCA76E5AF0}">
      <dgm:prSet/>
      <dgm:spPr/>
      <dgm:t>
        <a:bodyPr/>
        <a:lstStyle/>
        <a:p>
          <a:endParaRPr lang="fr-FR"/>
        </a:p>
      </dgm:t>
    </dgm:pt>
    <dgm:pt modelId="{A0C5E37E-5957-2049-A8F9-D66445E6E806}" type="sibTrans" cxnId="{83192A7A-BCA0-944A-8AA0-6CBCA76E5AF0}">
      <dgm:prSet/>
      <dgm:spPr/>
      <dgm:t>
        <a:bodyPr/>
        <a:lstStyle/>
        <a:p>
          <a:endParaRPr lang="fr-FR"/>
        </a:p>
      </dgm:t>
    </dgm:pt>
    <dgm:pt modelId="{1296731A-38EC-C948-AEE7-8CD1D3EB0C20}">
      <dgm:prSet phldrT="[Texte]"/>
      <dgm:spPr/>
      <dgm:t>
        <a:bodyPr/>
        <a:lstStyle/>
        <a:p>
          <a:r>
            <a:rPr lang="fr-FR" dirty="0"/>
            <a:t>Remarques</a:t>
          </a:r>
        </a:p>
      </dgm:t>
    </dgm:pt>
    <dgm:pt modelId="{D4FBFD85-1E98-6849-BB9E-E0593B3E8166}" type="parTrans" cxnId="{A294C6A5-6C7F-AC4F-A7FE-30CB7ACA233A}">
      <dgm:prSet/>
      <dgm:spPr/>
      <dgm:t>
        <a:bodyPr/>
        <a:lstStyle/>
        <a:p>
          <a:endParaRPr lang="fr-FR"/>
        </a:p>
      </dgm:t>
    </dgm:pt>
    <dgm:pt modelId="{F18DEB3B-9573-C44F-BB66-65863F7C6180}" type="sibTrans" cxnId="{A294C6A5-6C7F-AC4F-A7FE-30CB7ACA233A}">
      <dgm:prSet/>
      <dgm:spPr/>
      <dgm:t>
        <a:bodyPr/>
        <a:lstStyle/>
        <a:p>
          <a:endParaRPr lang="fr-FR"/>
        </a:p>
      </dgm:t>
    </dgm:pt>
    <dgm:pt modelId="{2A2DF048-3AED-1448-B17D-EF2DC0BC2872}">
      <dgm:prSet phldrT="[Texte]"/>
      <dgm:spPr/>
      <dgm:t>
        <a:bodyPr/>
        <a:lstStyle/>
        <a:p>
          <a:r>
            <a:rPr lang="fr-FR" dirty="0"/>
            <a:t>Prix négatif</a:t>
          </a:r>
        </a:p>
      </dgm:t>
    </dgm:pt>
    <dgm:pt modelId="{64B93A2E-3D67-3442-8C31-96FE066604B0}" type="parTrans" cxnId="{D55B92BF-3100-074D-8485-260A9A755A9E}">
      <dgm:prSet/>
      <dgm:spPr/>
      <dgm:t>
        <a:bodyPr/>
        <a:lstStyle/>
        <a:p>
          <a:endParaRPr lang="fr-FR"/>
        </a:p>
      </dgm:t>
    </dgm:pt>
    <dgm:pt modelId="{B82F91C8-FD47-8148-ABCF-8592E2EF3B1E}" type="sibTrans" cxnId="{D55B92BF-3100-074D-8485-260A9A755A9E}">
      <dgm:prSet/>
      <dgm:spPr/>
      <dgm:t>
        <a:bodyPr/>
        <a:lstStyle/>
        <a:p>
          <a:endParaRPr lang="fr-FR"/>
        </a:p>
      </dgm:t>
    </dgm:pt>
    <dgm:pt modelId="{6589E012-4298-EF4B-B251-4721FDB56ED6}">
      <dgm:prSet phldrT="[Texte]"/>
      <dgm:spPr/>
      <dgm:t>
        <a:bodyPr/>
        <a:lstStyle/>
        <a:p>
          <a:r>
            <a:rPr lang="fr-FR" dirty="0"/>
            <a:t>Stock négatif</a:t>
          </a:r>
        </a:p>
      </dgm:t>
    </dgm:pt>
    <dgm:pt modelId="{8C1D5081-B153-8E48-A406-00AFB8015778}" type="parTrans" cxnId="{874D9F1A-80E3-A949-A679-74F965A3C7B6}">
      <dgm:prSet/>
      <dgm:spPr/>
      <dgm:t>
        <a:bodyPr/>
        <a:lstStyle/>
        <a:p>
          <a:endParaRPr lang="fr-FR"/>
        </a:p>
      </dgm:t>
    </dgm:pt>
    <dgm:pt modelId="{E5310E77-A5C8-3943-9BED-977B0B2B1D5A}" type="sibTrans" cxnId="{874D9F1A-80E3-A949-A679-74F965A3C7B6}">
      <dgm:prSet/>
      <dgm:spPr/>
      <dgm:t>
        <a:bodyPr/>
        <a:lstStyle/>
        <a:p>
          <a:endParaRPr lang="fr-FR"/>
        </a:p>
      </dgm:t>
    </dgm:pt>
    <dgm:pt modelId="{6E030F88-3081-1B4E-AE26-ED52B30A9034}">
      <dgm:prSet phldrT="[Texte]"/>
      <dgm:spPr/>
      <dgm:t>
        <a:bodyPr/>
        <a:lstStyle/>
        <a:p>
          <a:endParaRPr lang="fr-FR" dirty="0"/>
        </a:p>
      </dgm:t>
    </dgm:pt>
    <dgm:pt modelId="{9BB84749-CE16-4B4B-801E-4FC7954F18FD}" type="parTrans" cxnId="{30D951D9-88E6-C643-B6C8-435A7D2BB809}">
      <dgm:prSet/>
      <dgm:spPr/>
      <dgm:t>
        <a:bodyPr/>
        <a:lstStyle/>
        <a:p>
          <a:endParaRPr lang="fr-FR"/>
        </a:p>
      </dgm:t>
    </dgm:pt>
    <dgm:pt modelId="{DFD00222-0178-0D47-942C-F49EC8C928BB}" type="sibTrans" cxnId="{30D951D9-88E6-C643-B6C8-435A7D2BB809}">
      <dgm:prSet/>
      <dgm:spPr/>
      <dgm:t>
        <a:bodyPr/>
        <a:lstStyle/>
        <a:p>
          <a:endParaRPr lang="fr-FR"/>
        </a:p>
      </dgm:t>
    </dgm:pt>
    <dgm:pt modelId="{1B6B0591-CF09-6546-AA51-FAF7AF27A5E1}">
      <dgm:prSet phldrT="[Texte]"/>
      <dgm:spPr/>
      <dgm:t>
        <a:bodyPr/>
        <a:lstStyle/>
        <a:p>
          <a:r>
            <a:rPr lang="fr-FR" dirty="0"/>
            <a:t>Correction des statuts</a:t>
          </a:r>
        </a:p>
      </dgm:t>
    </dgm:pt>
    <dgm:pt modelId="{D8806E97-2B3B-0A44-A74D-0021548F5E6B}" type="parTrans" cxnId="{23C1A69F-1C5D-B944-88F6-FF5CE4443E85}">
      <dgm:prSet/>
      <dgm:spPr/>
      <dgm:t>
        <a:bodyPr/>
        <a:lstStyle/>
        <a:p>
          <a:endParaRPr lang="fr-FR"/>
        </a:p>
      </dgm:t>
    </dgm:pt>
    <dgm:pt modelId="{57424F5D-E2E3-C445-9B4A-6BB7657492EC}" type="sibTrans" cxnId="{23C1A69F-1C5D-B944-88F6-FF5CE4443E85}">
      <dgm:prSet/>
      <dgm:spPr/>
      <dgm:t>
        <a:bodyPr/>
        <a:lstStyle/>
        <a:p>
          <a:endParaRPr lang="fr-FR"/>
        </a:p>
      </dgm:t>
    </dgm:pt>
    <dgm:pt modelId="{E0905EDC-D204-2D47-9601-C3B6CC87A72E}">
      <dgm:prSet phldrT="[Texte]"/>
      <dgm:spPr/>
      <dgm:t>
        <a:bodyPr/>
        <a:lstStyle/>
        <a:p>
          <a:endParaRPr lang="fr-FR" dirty="0"/>
        </a:p>
      </dgm:t>
    </dgm:pt>
    <dgm:pt modelId="{98DEDD1A-6722-9B4A-A694-F845785BFB08}" type="parTrans" cxnId="{F0877715-5E5E-5B4E-A175-7D28318E5D8B}">
      <dgm:prSet/>
      <dgm:spPr/>
      <dgm:t>
        <a:bodyPr/>
        <a:lstStyle/>
        <a:p>
          <a:endParaRPr lang="fr-FR"/>
        </a:p>
      </dgm:t>
    </dgm:pt>
    <dgm:pt modelId="{EA6A6650-064A-2A43-9110-F82A7DC2CAF2}" type="sibTrans" cxnId="{F0877715-5E5E-5B4E-A175-7D28318E5D8B}">
      <dgm:prSet/>
      <dgm:spPr/>
      <dgm:t>
        <a:bodyPr/>
        <a:lstStyle/>
        <a:p>
          <a:endParaRPr lang="fr-FR"/>
        </a:p>
      </dgm:t>
    </dgm:pt>
    <dgm:pt modelId="{363A65A3-FCCB-B94B-B54F-9706A3513954}">
      <dgm:prSet phldrT="[Texte]"/>
      <dgm:spPr/>
      <dgm:t>
        <a:bodyPr/>
        <a:lstStyle/>
        <a:p>
          <a:endParaRPr lang="fr-FR" dirty="0"/>
        </a:p>
      </dgm:t>
    </dgm:pt>
    <dgm:pt modelId="{8DDDE5D3-F409-4D43-8A3C-CC1F3D9016B4}" type="parTrans" cxnId="{1D30E353-8EE9-8D4F-9D4F-3F28074A8BB9}">
      <dgm:prSet/>
      <dgm:spPr/>
      <dgm:t>
        <a:bodyPr/>
        <a:lstStyle/>
        <a:p>
          <a:endParaRPr lang="fr-FR"/>
        </a:p>
      </dgm:t>
    </dgm:pt>
    <dgm:pt modelId="{051940A8-347A-8349-89F5-9960855D7393}" type="sibTrans" cxnId="{1D30E353-8EE9-8D4F-9D4F-3F28074A8BB9}">
      <dgm:prSet/>
      <dgm:spPr/>
      <dgm:t>
        <a:bodyPr/>
        <a:lstStyle/>
        <a:p>
          <a:endParaRPr lang="fr-FR"/>
        </a:p>
      </dgm:t>
    </dgm:pt>
    <dgm:pt modelId="{CB37343C-F1D3-9145-8E05-923EAD1AADEB}" type="pres">
      <dgm:prSet presAssocID="{269582AE-FE01-E64A-8617-A537F0632750}" presName="linearFlow" presStyleCnt="0">
        <dgm:presLayoutVars>
          <dgm:dir/>
          <dgm:animLvl val="lvl"/>
          <dgm:resizeHandles val="exact"/>
        </dgm:presLayoutVars>
      </dgm:prSet>
      <dgm:spPr/>
    </dgm:pt>
    <dgm:pt modelId="{E8D7CA13-C56C-6346-A6AB-5CDBF68B3816}" type="pres">
      <dgm:prSet presAssocID="{56E6BCEE-527C-0048-B5A9-3B024E8E14CC}" presName="composite" presStyleCnt="0"/>
      <dgm:spPr/>
    </dgm:pt>
    <dgm:pt modelId="{9B9DF306-A781-8544-AFB9-74BE9BD71E17}" type="pres">
      <dgm:prSet presAssocID="{56E6BCEE-527C-0048-B5A9-3B024E8E14C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63A66D7-0822-BA4A-907B-FCFD43D88579}" type="pres">
      <dgm:prSet presAssocID="{56E6BCEE-527C-0048-B5A9-3B024E8E14CC}" presName="parSh" presStyleLbl="node1" presStyleIdx="0" presStyleCnt="3"/>
      <dgm:spPr/>
    </dgm:pt>
    <dgm:pt modelId="{086154B4-A25F-F142-B38F-883D22E4D5DC}" type="pres">
      <dgm:prSet presAssocID="{56E6BCEE-527C-0048-B5A9-3B024E8E14CC}" presName="desTx" presStyleLbl="fgAcc1" presStyleIdx="0" presStyleCnt="3">
        <dgm:presLayoutVars>
          <dgm:bulletEnabled val="1"/>
        </dgm:presLayoutVars>
      </dgm:prSet>
      <dgm:spPr/>
    </dgm:pt>
    <dgm:pt modelId="{94B70273-39A2-814E-B907-8956AE0E8C76}" type="pres">
      <dgm:prSet presAssocID="{C521BD0F-C6D8-664B-AB60-2728E1C13A2A}" presName="sibTrans" presStyleLbl="sibTrans2D1" presStyleIdx="0" presStyleCnt="2"/>
      <dgm:spPr/>
    </dgm:pt>
    <dgm:pt modelId="{7ABA4802-FE3A-D641-99BA-D37C887D50EC}" type="pres">
      <dgm:prSet presAssocID="{C521BD0F-C6D8-664B-AB60-2728E1C13A2A}" presName="connTx" presStyleLbl="sibTrans2D1" presStyleIdx="0" presStyleCnt="2"/>
      <dgm:spPr/>
    </dgm:pt>
    <dgm:pt modelId="{86371A71-893D-514F-B09D-26E94DC8162E}" type="pres">
      <dgm:prSet presAssocID="{A879F69D-D5C2-2043-B2FA-C2CD605FF4BD}" presName="composite" presStyleCnt="0"/>
      <dgm:spPr/>
    </dgm:pt>
    <dgm:pt modelId="{8265E5DF-B91D-024D-877A-CE3AC7417C2F}" type="pres">
      <dgm:prSet presAssocID="{A879F69D-D5C2-2043-B2FA-C2CD605FF4B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9A251C-ECB3-F143-BBE1-7300E5ED1D6E}" type="pres">
      <dgm:prSet presAssocID="{A879F69D-D5C2-2043-B2FA-C2CD605FF4BD}" presName="parSh" presStyleLbl="node1" presStyleIdx="1" presStyleCnt="3"/>
      <dgm:spPr/>
    </dgm:pt>
    <dgm:pt modelId="{740BC69C-9371-274C-94A3-2C3C3A16824F}" type="pres">
      <dgm:prSet presAssocID="{A879F69D-D5C2-2043-B2FA-C2CD605FF4BD}" presName="desTx" presStyleLbl="fgAcc1" presStyleIdx="1" presStyleCnt="3">
        <dgm:presLayoutVars>
          <dgm:bulletEnabled val="1"/>
        </dgm:presLayoutVars>
      </dgm:prSet>
      <dgm:spPr/>
    </dgm:pt>
    <dgm:pt modelId="{FE5C7929-41C2-A94D-8C13-696365677223}" type="pres">
      <dgm:prSet presAssocID="{2BFCD8CB-9789-114F-90F6-01D176FA811C}" presName="sibTrans" presStyleLbl="sibTrans2D1" presStyleIdx="1" presStyleCnt="2"/>
      <dgm:spPr/>
    </dgm:pt>
    <dgm:pt modelId="{19959E5E-CE8C-4B42-878E-7A7BA11856B6}" type="pres">
      <dgm:prSet presAssocID="{2BFCD8CB-9789-114F-90F6-01D176FA811C}" presName="connTx" presStyleLbl="sibTrans2D1" presStyleIdx="1" presStyleCnt="2"/>
      <dgm:spPr/>
    </dgm:pt>
    <dgm:pt modelId="{60425A09-927E-7048-9E5A-A6D4BE419CDD}" type="pres">
      <dgm:prSet presAssocID="{1296731A-38EC-C948-AEE7-8CD1D3EB0C20}" presName="composite" presStyleCnt="0"/>
      <dgm:spPr/>
    </dgm:pt>
    <dgm:pt modelId="{1B32835E-B637-9A42-B8F3-E9EF3C95C616}" type="pres">
      <dgm:prSet presAssocID="{1296731A-38EC-C948-AEE7-8CD1D3EB0C20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5253574-78CE-B443-A8A4-C4566A8755B1}" type="pres">
      <dgm:prSet presAssocID="{1296731A-38EC-C948-AEE7-8CD1D3EB0C20}" presName="parSh" presStyleLbl="node1" presStyleIdx="2" presStyleCnt="3"/>
      <dgm:spPr/>
    </dgm:pt>
    <dgm:pt modelId="{ADAB206D-1641-F247-9F78-9CB6A14B185E}" type="pres">
      <dgm:prSet presAssocID="{1296731A-38EC-C948-AEE7-8CD1D3EB0C20}" presName="desTx" presStyleLbl="fgAcc1" presStyleIdx="2" presStyleCnt="3">
        <dgm:presLayoutVars>
          <dgm:bulletEnabled val="1"/>
        </dgm:presLayoutVars>
      </dgm:prSet>
      <dgm:spPr/>
    </dgm:pt>
  </dgm:ptLst>
  <dgm:cxnLst>
    <dgm:cxn modelId="{18059711-9E58-C344-9955-9ADD93E4D06B}" type="presOf" srcId="{1B6B0591-CF09-6546-AA51-FAF7AF27A5E1}" destId="{740BC69C-9371-274C-94A3-2C3C3A16824F}" srcOrd="0" destOrd="2" presId="urn:microsoft.com/office/officeart/2005/8/layout/process3"/>
    <dgm:cxn modelId="{F0877715-5E5E-5B4E-A175-7D28318E5D8B}" srcId="{A879F69D-D5C2-2043-B2FA-C2CD605FF4BD}" destId="{E0905EDC-D204-2D47-9601-C3B6CC87A72E}" srcOrd="4" destOrd="0" parTransId="{98DEDD1A-6722-9B4A-A694-F845785BFB08}" sibTransId="{EA6A6650-064A-2A43-9110-F82A7DC2CAF2}"/>
    <dgm:cxn modelId="{BE695619-1ADC-0E47-9161-FD6904212913}" type="presOf" srcId="{56E6BCEE-527C-0048-B5A9-3B024E8E14CC}" destId="{9B9DF306-A781-8544-AFB9-74BE9BD71E17}" srcOrd="0" destOrd="0" presId="urn:microsoft.com/office/officeart/2005/8/layout/process3"/>
    <dgm:cxn modelId="{874D9F1A-80E3-A949-A679-74F965A3C7B6}" srcId="{1296731A-38EC-C948-AEE7-8CD1D3EB0C20}" destId="{6589E012-4298-EF4B-B251-4721FDB56ED6}" srcOrd="1" destOrd="0" parTransId="{8C1D5081-B153-8E48-A406-00AFB8015778}" sibTransId="{E5310E77-A5C8-3943-9BED-977B0B2B1D5A}"/>
    <dgm:cxn modelId="{3C9A2522-9503-6643-8660-00A2F0472944}" type="presOf" srcId="{6E030F88-3081-1B4E-AE26-ED52B30A9034}" destId="{740BC69C-9371-274C-94A3-2C3C3A16824F}" srcOrd="0" destOrd="5" presId="urn:microsoft.com/office/officeart/2005/8/layout/process3"/>
    <dgm:cxn modelId="{76348534-50BA-FB47-A657-746D4A95723F}" srcId="{A879F69D-D5C2-2043-B2FA-C2CD605FF4BD}" destId="{756DF598-EB28-0B4C-B659-6604E4173A98}" srcOrd="0" destOrd="0" parTransId="{F228A725-69E4-E940-A6EC-11149E94DF9E}" sibTransId="{249A2871-05A5-F046-AFB9-7B573133BE92}"/>
    <dgm:cxn modelId="{31358744-399A-224A-979A-FD59491A6082}" type="presOf" srcId="{F74FF57C-C075-7548-9C8C-96C91AAAE2B9}" destId="{740BC69C-9371-274C-94A3-2C3C3A16824F}" srcOrd="0" destOrd="1" presId="urn:microsoft.com/office/officeart/2005/8/layout/process3"/>
    <dgm:cxn modelId="{C13A0645-7CF3-A947-840A-B6974543B707}" type="presOf" srcId="{E0905EDC-D204-2D47-9601-C3B6CC87A72E}" destId="{740BC69C-9371-274C-94A3-2C3C3A16824F}" srcOrd="0" destOrd="4" presId="urn:microsoft.com/office/officeart/2005/8/layout/process3"/>
    <dgm:cxn modelId="{1D30E353-8EE9-8D4F-9D4F-3F28074A8BB9}" srcId="{A879F69D-D5C2-2043-B2FA-C2CD605FF4BD}" destId="{363A65A3-FCCB-B94B-B54F-9706A3513954}" srcOrd="3" destOrd="0" parTransId="{8DDDE5D3-F409-4D43-8A3C-CC1F3D9016B4}" sibTransId="{051940A8-347A-8349-89F5-9960855D7393}"/>
    <dgm:cxn modelId="{1B375963-BEA1-E840-A867-6EA88550E8F9}" type="presOf" srcId="{1296731A-38EC-C948-AEE7-8CD1D3EB0C20}" destId="{55253574-78CE-B443-A8A4-C4566A8755B1}" srcOrd="1" destOrd="0" presId="urn:microsoft.com/office/officeart/2005/8/layout/process3"/>
    <dgm:cxn modelId="{4B80E566-CE75-8948-8E16-F01DA1E061FB}" type="presOf" srcId="{C521BD0F-C6D8-664B-AB60-2728E1C13A2A}" destId="{94B70273-39A2-814E-B907-8956AE0E8C76}" srcOrd="0" destOrd="0" presId="urn:microsoft.com/office/officeart/2005/8/layout/process3"/>
    <dgm:cxn modelId="{C3D52668-EE6B-2047-B3F1-80E8C204CA72}" type="presOf" srcId="{C521BD0F-C6D8-664B-AB60-2728E1C13A2A}" destId="{7ABA4802-FE3A-D641-99BA-D37C887D50EC}" srcOrd="1" destOrd="0" presId="urn:microsoft.com/office/officeart/2005/8/layout/process3"/>
    <dgm:cxn modelId="{5F35BC68-A9E4-C447-844A-7F8B22BC3AAD}" type="presOf" srcId="{756DF598-EB28-0B4C-B659-6604E4173A98}" destId="{740BC69C-9371-274C-94A3-2C3C3A16824F}" srcOrd="0" destOrd="0" presId="urn:microsoft.com/office/officeart/2005/8/layout/process3"/>
    <dgm:cxn modelId="{77448977-F60D-0046-8A80-DCCA2A5F065D}" type="presOf" srcId="{56E6BCEE-527C-0048-B5A9-3B024E8E14CC}" destId="{E63A66D7-0822-BA4A-907B-FCFD43D88579}" srcOrd="1" destOrd="0" presId="urn:microsoft.com/office/officeart/2005/8/layout/process3"/>
    <dgm:cxn modelId="{1EF17D79-E806-1E49-B118-5BD795D792D2}" type="presOf" srcId="{A879F69D-D5C2-2043-B2FA-C2CD605FF4BD}" destId="{B99A251C-ECB3-F143-BBE1-7300E5ED1D6E}" srcOrd="1" destOrd="0" presId="urn:microsoft.com/office/officeart/2005/8/layout/process3"/>
    <dgm:cxn modelId="{83192A7A-BCA0-944A-8AA0-6CBCA76E5AF0}" srcId="{A879F69D-D5C2-2043-B2FA-C2CD605FF4BD}" destId="{F74FF57C-C075-7548-9C8C-96C91AAAE2B9}" srcOrd="1" destOrd="0" parTransId="{F097F423-F6A4-9642-BECF-905380F70370}" sibTransId="{A0C5E37E-5957-2049-A8F9-D66445E6E806}"/>
    <dgm:cxn modelId="{E7298F85-C7C9-8D4F-87BC-022442AC2488}" srcId="{269582AE-FE01-E64A-8617-A537F0632750}" destId="{56E6BCEE-527C-0048-B5A9-3B024E8E14CC}" srcOrd="0" destOrd="0" parTransId="{9904BE66-21EC-C344-A6A8-A7F6FDE7F451}" sibTransId="{C521BD0F-C6D8-664B-AB60-2728E1C13A2A}"/>
    <dgm:cxn modelId="{9C6D0D87-03EF-9D43-8642-E55A6FAE209F}" type="presOf" srcId="{D66BDF41-BD61-5441-BBE8-090C48665232}" destId="{086154B4-A25F-F142-B38F-883D22E4D5DC}" srcOrd="0" destOrd="1" presId="urn:microsoft.com/office/officeart/2005/8/layout/process3"/>
    <dgm:cxn modelId="{65A51789-C791-B54D-86F2-AB812711F90D}" type="presOf" srcId="{269582AE-FE01-E64A-8617-A537F0632750}" destId="{CB37343C-F1D3-9145-8E05-923EAD1AADEB}" srcOrd="0" destOrd="0" presId="urn:microsoft.com/office/officeart/2005/8/layout/process3"/>
    <dgm:cxn modelId="{D440ED8E-8B23-A943-BEC8-46EC8CFEB26F}" srcId="{56E6BCEE-527C-0048-B5A9-3B024E8E14CC}" destId="{D66BDF41-BD61-5441-BBE8-090C48665232}" srcOrd="1" destOrd="0" parTransId="{5E1A6152-0F90-F646-B5C0-B4E688AC2292}" sibTransId="{BECDE354-B7F4-B142-991C-C94F35B53781}"/>
    <dgm:cxn modelId="{23C1A69F-1C5D-B944-88F6-FF5CE4443E85}" srcId="{A879F69D-D5C2-2043-B2FA-C2CD605FF4BD}" destId="{1B6B0591-CF09-6546-AA51-FAF7AF27A5E1}" srcOrd="2" destOrd="0" parTransId="{D8806E97-2B3B-0A44-A74D-0021548F5E6B}" sibTransId="{57424F5D-E2E3-C445-9B4A-6BB7657492EC}"/>
    <dgm:cxn modelId="{A294C6A5-6C7F-AC4F-A7FE-30CB7ACA233A}" srcId="{269582AE-FE01-E64A-8617-A537F0632750}" destId="{1296731A-38EC-C948-AEE7-8CD1D3EB0C20}" srcOrd="2" destOrd="0" parTransId="{D4FBFD85-1E98-6849-BB9E-E0593B3E8166}" sibTransId="{F18DEB3B-9573-C44F-BB66-65863F7C6180}"/>
    <dgm:cxn modelId="{A209F1A7-E54F-AE43-BA92-0CA3AEEB6661}" type="presOf" srcId="{363A65A3-FCCB-B94B-B54F-9706A3513954}" destId="{740BC69C-9371-274C-94A3-2C3C3A16824F}" srcOrd="0" destOrd="3" presId="urn:microsoft.com/office/officeart/2005/8/layout/process3"/>
    <dgm:cxn modelId="{E5268DAB-054C-1D4A-A68B-A463BD433472}" type="presOf" srcId="{2A2DF048-3AED-1448-B17D-EF2DC0BC2872}" destId="{ADAB206D-1641-F247-9F78-9CB6A14B185E}" srcOrd="0" destOrd="0" presId="urn:microsoft.com/office/officeart/2005/8/layout/process3"/>
    <dgm:cxn modelId="{F2E633B0-8A3E-0E4B-8BEE-7AC7CAA0DF96}" srcId="{56E6BCEE-527C-0048-B5A9-3B024E8E14CC}" destId="{8F7DDDA2-9ADA-F947-82C4-C7B7F62F94CD}" srcOrd="0" destOrd="0" parTransId="{BFDD6F85-F3AA-4642-9630-504BB17D08C8}" sibTransId="{A33244F8-8421-2645-809F-73F1019DEFF6}"/>
    <dgm:cxn modelId="{652D5AB1-4799-4743-B594-7CC08891CA3E}" type="presOf" srcId="{1296731A-38EC-C948-AEE7-8CD1D3EB0C20}" destId="{1B32835E-B637-9A42-B8F3-E9EF3C95C616}" srcOrd="0" destOrd="0" presId="urn:microsoft.com/office/officeart/2005/8/layout/process3"/>
    <dgm:cxn modelId="{D55B92BF-3100-074D-8485-260A9A755A9E}" srcId="{1296731A-38EC-C948-AEE7-8CD1D3EB0C20}" destId="{2A2DF048-3AED-1448-B17D-EF2DC0BC2872}" srcOrd="0" destOrd="0" parTransId="{64B93A2E-3D67-3442-8C31-96FE066604B0}" sibTransId="{B82F91C8-FD47-8148-ABCF-8592E2EF3B1E}"/>
    <dgm:cxn modelId="{0FB635CD-28EE-0D4D-8453-C6B2D85F6347}" type="presOf" srcId="{2BFCD8CB-9789-114F-90F6-01D176FA811C}" destId="{FE5C7929-41C2-A94D-8C13-696365677223}" srcOrd="0" destOrd="0" presId="urn:microsoft.com/office/officeart/2005/8/layout/process3"/>
    <dgm:cxn modelId="{4E9296D1-31EF-7B42-A57B-FF672C3E4FBA}" type="presOf" srcId="{A879F69D-D5C2-2043-B2FA-C2CD605FF4BD}" destId="{8265E5DF-B91D-024D-877A-CE3AC7417C2F}" srcOrd="0" destOrd="0" presId="urn:microsoft.com/office/officeart/2005/8/layout/process3"/>
    <dgm:cxn modelId="{30D951D9-88E6-C643-B6C8-435A7D2BB809}" srcId="{A879F69D-D5C2-2043-B2FA-C2CD605FF4BD}" destId="{6E030F88-3081-1B4E-AE26-ED52B30A9034}" srcOrd="5" destOrd="0" parTransId="{9BB84749-CE16-4B4B-801E-4FC7954F18FD}" sibTransId="{DFD00222-0178-0D47-942C-F49EC8C928BB}"/>
    <dgm:cxn modelId="{40217DDC-A44D-FF42-955B-5BE7BBF0B99D}" type="presOf" srcId="{8F7DDDA2-9ADA-F947-82C4-C7B7F62F94CD}" destId="{086154B4-A25F-F142-B38F-883D22E4D5DC}" srcOrd="0" destOrd="0" presId="urn:microsoft.com/office/officeart/2005/8/layout/process3"/>
    <dgm:cxn modelId="{973B63F6-E26D-DB43-838C-6D68C5393CB3}" srcId="{269582AE-FE01-E64A-8617-A537F0632750}" destId="{A879F69D-D5C2-2043-B2FA-C2CD605FF4BD}" srcOrd="1" destOrd="0" parTransId="{C78E520D-9633-1C45-890E-739FF7E6894E}" sibTransId="{2BFCD8CB-9789-114F-90F6-01D176FA811C}"/>
    <dgm:cxn modelId="{78B52AFD-20F1-D74B-966E-19D727AF3D8B}" type="presOf" srcId="{2BFCD8CB-9789-114F-90F6-01D176FA811C}" destId="{19959E5E-CE8C-4B42-878E-7A7BA11856B6}" srcOrd="1" destOrd="0" presId="urn:microsoft.com/office/officeart/2005/8/layout/process3"/>
    <dgm:cxn modelId="{FFF549FD-5FAF-6F49-AA6B-01DD03CC68D4}" type="presOf" srcId="{6589E012-4298-EF4B-B251-4721FDB56ED6}" destId="{ADAB206D-1641-F247-9F78-9CB6A14B185E}" srcOrd="0" destOrd="1" presId="urn:microsoft.com/office/officeart/2005/8/layout/process3"/>
    <dgm:cxn modelId="{9E5E0F3F-291D-7348-A9C8-CD8538990968}" type="presParOf" srcId="{CB37343C-F1D3-9145-8E05-923EAD1AADEB}" destId="{E8D7CA13-C56C-6346-A6AB-5CDBF68B3816}" srcOrd="0" destOrd="0" presId="urn:microsoft.com/office/officeart/2005/8/layout/process3"/>
    <dgm:cxn modelId="{A7EE64EC-6C13-EE49-85BB-5ED90896DCDF}" type="presParOf" srcId="{E8D7CA13-C56C-6346-A6AB-5CDBF68B3816}" destId="{9B9DF306-A781-8544-AFB9-74BE9BD71E17}" srcOrd="0" destOrd="0" presId="urn:microsoft.com/office/officeart/2005/8/layout/process3"/>
    <dgm:cxn modelId="{B105D09D-7EE2-924C-BBC3-1B8F3C8C1EC9}" type="presParOf" srcId="{E8D7CA13-C56C-6346-A6AB-5CDBF68B3816}" destId="{E63A66D7-0822-BA4A-907B-FCFD43D88579}" srcOrd="1" destOrd="0" presId="urn:microsoft.com/office/officeart/2005/8/layout/process3"/>
    <dgm:cxn modelId="{76C7D186-D1D2-9C4B-8D8A-8D83900304B7}" type="presParOf" srcId="{E8D7CA13-C56C-6346-A6AB-5CDBF68B3816}" destId="{086154B4-A25F-F142-B38F-883D22E4D5DC}" srcOrd="2" destOrd="0" presId="urn:microsoft.com/office/officeart/2005/8/layout/process3"/>
    <dgm:cxn modelId="{28D40A7C-08C9-6C43-B852-413467C467FB}" type="presParOf" srcId="{CB37343C-F1D3-9145-8E05-923EAD1AADEB}" destId="{94B70273-39A2-814E-B907-8956AE0E8C76}" srcOrd="1" destOrd="0" presId="urn:microsoft.com/office/officeart/2005/8/layout/process3"/>
    <dgm:cxn modelId="{811722F8-6289-E64B-8D60-BD9E07AB9439}" type="presParOf" srcId="{94B70273-39A2-814E-B907-8956AE0E8C76}" destId="{7ABA4802-FE3A-D641-99BA-D37C887D50EC}" srcOrd="0" destOrd="0" presId="urn:microsoft.com/office/officeart/2005/8/layout/process3"/>
    <dgm:cxn modelId="{518ADF5D-726B-5B4A-A5E7-85C5387EE292}" type="presParOf" srcId="{CB37343C-F1D3-9145-8E05-923EAD1AADEB}" destId="{86371A71-893D-514F-B09D-26E94DC8162E}" srcOrd="2" destOrd="0" presId="urn:microsoft.com/office/officeart/2005/8/layout/process3"/>
    <dgm:cxn modelId="{76B4B7B3-9AA9-2349-B74F-1BD55CC06BEB}" type="presParOf" srcId="{86371A71-893D-514F-B09D-26E94DC8162E}" destId="{8265E5DF-B91D-024D-877A-CE3AC7417C2F}" srcOrd="0" destOrd="0" presId="urn:microsoft.com/office/officeart/2005/8/layout/process3"/>
    <dgm:cxn modelId="{A63387D9-C28C-344F-8198-7090AD1D8257}" type="presParOf" srcId="{86371A71-893D-514F-B09D-26E94DC8162E}" destId="{B99A251C-ECB3-F143-BBE1-7300E5ED1D6E}" srcOrd="1" destOrd="0" presId="urn:microsoft.com/office/officeart/2005/8/layout/process3"/>
    <dgm:cxn modelId="{A01F9AA8-D79F-D449-8268-5955F4BDBC5E}" type="presParOf" srcId="{86371A71-893D-514F-B09D-26E94DC8162E}" destId="{740BC69C-9371-274C-94A3-2C3C3A16824F}" srcOrd="2" destOrd="0" presId="urn:microsoft.com/office/officeart/2005/8/layout/process3"/>
    <dgm:cxn modelId="{5431F6EC-AC9E-164E-A7A8-F8BC2C819BDF}" type="presParOf" srcId="{CB37343C-F1D3-9145-8E05-923EAD1AADEB}" destId="{FE5C7929-41C2-A94D-8C13-696365677223}" srcOrd="3" destOrd="0" presId="urn:microsoft.com/office/officeart/2005/8/layout/process3"/>
    <dgm:cxn modelId="{6402B336-271E-EA4E-BB2E-472C96A0FD19}" type="presParOf" srcId="{FE5C7929-41C2-A94D-8C13-696365677223}" destId="{19959E5E-CE8C-4B42-878E-7A7BA11856B6}" srcOrd="0" destOrd="0" presId="urn:microsoft.com/office/officeart/2005/8/layout/process3"/>
    <dgm:cxn modelId="{3536140F-F8DE-EC45-8075-4E342A0D89F4}" type="presParOf" srcId="{CB37343C-F1D3-9145-8E05-923EAD1AADEB}" destId="{60425A09-927E-7048-9E5A-A6D4BE419CDD}" srcOrd="4" destOrd="0" presId="urn:microsoft.com/office/officeart/2005/8/layout/process3"/>
    <dgm:cxn modelId="{AD5196C0-519E-094C-ACDD-113FFE9AED88}" type="presParOf" srcId="{60425A09-927E-7048-9E5A-A6D4BE419CDD}" destId="{1B32835E-B637-9A42-B8F3-E9EF3C95C616}" srcOrd="0" destOrd="0" presId="urn:microsoft.com/office/officeart/2005/8/layout/process3"/>
    <dgm:cxn modelId="{6D43F291-EA1A-7B4D-ACF5-97A84224FAE8}" type="presParOf" srcId="{60425A09-927E-7048-9E5A-A6D4BE419CDD}" destId="{55253574-78CE-B443-A8A4-C4566A8755B1}" srcOrd="1" destOrd="0" presId="urn:microsoft.com/office/officeart/2005/8/layout/process3"/>
    <dgm:cxn modelId="{EF52435C-A050-684F-97E8-9B466F4D1850}" type="presParOf" srcId="{60425A09-927E-7048-9E5A-A6D4BE419CDD}" destId="{ADAB206D-1641-F247-9F78-9CB6A14B185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9582AE-FE01-E64A-8617-A537F0632750}" type="doc">
      <dgm:prSet loTypeId="urn:microsoft.com/office/officeart/2005/8/layout/process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6E6BCEE-527C-0048-B5A9-3B024E8E14CC}">
      <dgm:prSet phldrT="[Texte]"/>
      <dgm:spPr/>
      <dgm:t>
        <a:bodyPr/>
        <a:lstStyle/>
        <a:p>
          <a:r>
            <a:rPr lang="fr-FR" dirty="0"/>
            <a:t>Dimensions</a:t>
          </a:r>
        </a:p>
      </dgm:t>
    </dgm:pt>
    <dgm:pt modelId="{9904BE66-21EC-C344-A6A8-A7F6FDE7F451}" type="parTrans" cxnId="{E7298F85-C7C9-8D4F-87BC-022442AC2488}">
      <dgm:prSet/>
      <dgm:spPr/>
      <dgm:t>
        <a:bodyPr/>
        <a:lstStyle/>
        <a:p>
          <a:endParaRPr lang="fr-FR"/>
        </a:p>
      </dgm:t>
    </dgm:pt>
    <dgm:pt modelId="{C521BD0F-C6D8-664B-AB60-2728E1C13A2A}" type="sibTrans" cxnId="{E7298F85-C7C9-8D4F-87BC-022442AC2488}">
      <dgm:prSet/>
      <dgm:spPr/>
      <dgm:t>
        <a:bodyPr/>
        <a:lstStyle/>
        <a:p>
          <a:endParaRPr lang="fr-FR"/>
        </a:p>
      </dgm:t>
    </dgm:pt>
    <dgm:pt modelId="{8F7DDDA2-9ADA-F947-82C4-C7B7F62F94CD}">
      <dgm:prSet phldrT="[Texte]"/>
      <dgm:spPr/>
      <dgm:t>
        <a:bodyPr/>
        <a:lstStyle/>
        <a:p>
          <a:r>
            <a:rPr lang="fr-FR" dirty="0"/>
            <a:t>1513 observations</a:t>
          </a:r>
        </a:p>
      </dgm:t>
    </dgm:pt>
    <dgm:pt modelId="{BFDD6F85-F3AA-4642-9630-504BB17D08C8}" type="parTrans" cxnId="{F2E633B0-8A3E-0E4B-8BEE-7AC7CAA0DF96}">
      <dgm:prSet/>
      <dgm:spPr/>
      <dgm:t>
        <a:bodyPr/>
        <a:lstStyle/>
        <a:p>
          <a:endParaRPr lang="fr-FR"/>
        </a:p>
      </dgm:t>
    </dgm:pt>
    <dgm:pt modelId="{A33244F8-8421-2645-809F-73F1019DEFF6}" type="sibTrans" cxnId="{F2E633B0-8A3E-0E4B-8BEE-7AC7CAA0DF96}">
      <dgm:prSet/>
      <dgm:spPr/>
      <dgm:t>
        <a:bodyPr/>
        <a:lstStyle/>
        <a:p>
          <a:endParaRPr lang="fr-FR"/>
        </a:p>
      </dgm:t>
    </dgm:pt>
    <dgm:pt modelId="{D66BDF41-BD61-5441-BBE8-090C48665232}">
      <dgm:prSet phldrT="[Texte]"/>
      <dgm:spPr/>
      <dgm:t>
        <a:bodyPr/>
        <a:lstStyle/>
        <a:p>
          <a:r>
            <a:rPr lang="fr-FR" dirty="0"/>
            <a:t>29 colonnes</a:t>
          </a:r>
        </a:p>
      </dgm:t>
    </dgm:pt>
    <dgm:pt modelId="{5E1A6152-0F90-F646-B5C0-B4E688AC2292}" type="parTrans" cxnId="{D440ED8E-8B23-A943-BEC8-46EC8CFEB26F}">
      <dgm:prSet/>
      <dgm:spPr/>
      <dgm:t>
        <a:bodyPr/>
        <a:lstStyle/>
        <a:p>
          <a:endParaRPr lang="fr-FR"/>
        </a:p>
      </dgm:t>
    </dgm:pt>
    <dgm:pt modelId="{BECDE354-B7F4-B142-991C-C94F35B53781}" type="sibTrans" cxnId="{D440ED8E-8B23-A943-BEC8-46EC8CFEB26F}">
      <dgm:prSet/>
      <dgm:spPr/>
      <dgm:t>
        <a:bodyPr/>
        <a:lstStyle/>
        <a:p>
          <a:endParaRPr lang="fr-FR"/>
        </a:p>
      </dgm:t>
    </dgm:pt>
    <dgm:pt modelId="{A879F69D-D5C2-2043-B2FA-C2CD605FF4BD}">
      <dgm:prSet phldrT="[Texte]"/>
      <dgm:spPr/>
      <dgm:t>
        <a:bodyPr/>
        <a:lstStyle/>
        <a:p>
          <a:r>
            <a:rPr lang="fr-FR" dirty="0"/>
            <a:t>Traitement réalisé</a:t>
          </a:r>
        </a:p>
      </dgm:t>
    </dgm:pt>
    <dgm:pt modelId="{C78E520D-9633-1C45-890E-739FF7E6894E}" type="parTrans" cxnId="{973B63F6-E26D-DB43-838C-6D68C5393CB3}">
      <dgm:prSet/>
      <dgm:spPr/>
      <dgm:t>
        <a:bodyPr/>
        <a:lstStyle/>
        <a:p>
          <a:endParaRPr lang="fr-FR"/>
        </a:p>
      </dgm:t>
    </dgm:pt>
    <dgm:pt modelId="{2BFCD8CB-9789-114F-90F6-01D176FA811C}" type="sibTrans" cxnId="{973B63F6-E26D-DB43-838C-6D68C5393CB3}">
      <dgm:prSet/>
      <dgm:spPr/>
      <dgm:t>
        <a:bodyPr/>
        <a:lstStyle/>
        <a:p>
          <a:endParaRPr lang="fr-FR"/>
        </a:p>
      </dgm:t>
    </dgm:pt>
    <dgm:pt modelId="{756DF598-EB28-0B4C-B659-6604E4173A98}">
      <dgm:prSet phldrT="[Texte]"/>
      <dgm:spPr/>
      <dgm:t>
        <a:bodyPr/>
        <a:lstStyle/>
        <a:p>
          <a:r>
            <a:rPr lang="fr-FR" dirty="0"/>
            <a:t>Suppression de 22 colonnes</a:t>
          </a:r>
        </a:p>
      </dgm:t>
    </dgm:pt>
    <dgm:pt modelId="{F228A725-69E4-E940-A6EC-11149E94DF9E}" type="parTrans" cxnId="{76348534-50BA-FB47-A657-746D4A95723F}">
      <dgm:prSet/>
      <dgm:spPr/>
      <dgm:t>
        <a:bodyPr/>
        <a:lstStyle/>
        <a:p>
          <a:endParaRPr lang="fr-FR"/>
        </a:p>
      </dgm:t>
    </dgm:pt>
    <dgm:pt modelId="{249A2871-05A5-F046-AFB9-7B573133BE92}" type="sibTrans" cxnId="{76348534-50BA-FB47-A657-746D4A95723F}">
      <dgm:prSet/>
      <dgm:spPr/>
      <dgm:t>
        <a:bodyPr/>
        <a:lstStyle/>
        <a:p>
          <a:endParaRPr lang="fr-FR"/>
        </a:p>
      </dgm:t>
    </dgm:pt>
    <dgm:pt modelId="{1296731A-38EC-C948-AEE7-8CD1D3EB0C20}">
      <dgm:prSet phldrT="[Texte]"/>
      <dgm:spPr/>
      <dgm:t>
        <a:bodyPr/>
        <a:lstStyle/>
        <a:p>
          <a:r>
            <a:rPr lang="fr-FR" dirty="0"/>
            <a:t>Remarques</a:t>
          </a:r>
        </a:p>
      </dgm:t>
    </dgm:pt>
    <dgm:pt modelId="{D4FBFD85-1E98-6849-BB9E-E0593B3E8166}" type="parTrans" cxnId="{A294C6A5-6C7F-AC4F-A7FE-30CB7ACA233A}">
      <dgm:prSet/>
      <dgm:spPr/>
      <dgm:t>
        <a:bodyPr/>
        <a:lstStyle/>
        <a:p>
          <a:endParaRPr lang="fr-FR"/>
        </a:p>
      </dgm:t>
    </dgm:pt>
    <dgm:pt modelId="{F18DEB3B-9573-C44F-BB66-65863F7C6180}" type="sibTrans" cxnId="{A294C6A5-6C7F-AC4F-A7FE-30CB7ACA233A}">
      <dgm:prSet/>
      <dgm:spPr/>
      <dgm:t>
        <a:bodyPr/>
        <a:lstStyle/>
        <a:p>
          <a:endParaRPr lang="fr-FR"/>
        </a:p>
      </dgm:t>
    </dgm:pt>
    <dgm:pt modelId="{2A2DF048-3AED-1448-B17D-EF2DC0BC2872}">
      <dgm:prSet phldrT="[Texte]"/>
      <dgm:spPr/>
      <dgm:t>
        <a:bodyPr/>
        <a:lstStyle/>
        <a:p>
          <a:r>
            <a:rPr lang="fr-FR" dirty="0"/>
            <a:t>Présence de ‘</a:t>
          </a:r>
          <a:r>
            <a:rPr lang="fr-FR" dirty="0" err="1"/>
            <a:t>sku</a:t>
          </a:r>
          <a:r>
            <a:rPr lang="fr-FR" dirty="0"/>
            <a:t>’ non conforme</a:t>
          </a:r>
        </a:p>
      </dgm:t>
    </dgm:pt>
    <dgm:pt modelId="{64B93A2E-3D67-3442-8C31-96FE066604B0}" type="parTrans" cxnId="{D55B92BF-3100-074D-8485-260A9A755A9E}">
      <dgm:prSet/>
      <dgm:spPr/>
      <dgm:t>
        <a:bodyPr/>
        <a:lstStyle/>
        <a:p>
          <a:endParaRPr lang="fr-FR"/>
        </a:p>
      </dgm:t>
    </dgm:pt>
    <dgm:pt modelId="{B82F91C8-FD47-8148-ABCF-8592E2EF3B1E}" type="sibTrans" cxnId="{D55B92BF-3100-074D-8485-260A9A755A9E}">
      <dgm:prSet/>
      <dgm:spPr/>
      <dgm:t>
        <a:bodyPr/>
        <a:lstStyle/>
        <a:p>
          <a:endParaRPr lang="fr-FR"/>
        </a:p>
      </dgm:t>
    </dgm:pt>
    <dgm:pt modelId="{6E030F88-3081-1B4E-AE26-ED52B30A9034}">
      <dgm:prSet phldrT="[Texte]"/>
      <dgm:spPr/>
      <dgm:t>
        <a:bodyPr/>
        <a:lstStyle/>
        <a:p>
          <a:endParaRPr lang="fr-FR" dirty="0"/>
        </a:p>
      </dgm:t>
    </dgm:pt>
    <dgm:pt modelId="{9BB84749-CE16-4B4B-801E-4FC7954F18FD}" type="parTrans" cxnId="{30D951D9-88E6-C643-B6C8-435A7D2BB809}">
      <dgm:prSet/>
      <dgm:spPr/>
      <dgm:t>
        <a:bodyPr/>
        <a:lstStyle/>
        <a:p>
          <a:endParaRPr lang="fr-FR"/>
        </a:p>
      </dgm:t>
    </dgm:pt>
    <dgm:pt modelId="{DFD00222-0178-0D47-942C-F49EC8C928BB}" type="sibTrans" cxnId="{30D951D9-88E6-C643-B6C8-435A7D2BB809}">
      <dgm:prSet/>
      <dgm:spPr/>
      <dgm:t>
        <a:bodyPr/>
        <a:lstStyle/>
        <a:p>
          <a:endParaRPr lang="fr-FR"/>
        </a:p>
      </dgm:t>
    </dgm:pt>
    <dgm:pt modelId="{E0905EDC-D204-2D47-9601-C3B6CC87A72E}">
      <dgm:prSet phldrT="[Texte]"/>
      <dgm:spPr/>
      <dgm:t>
        <a:bodyPr/>
        <a:lstStyle/>
        <a:p>
          <a:endParaRPr lang="fr-FR" dirty="0"/>
        </a:p>
      </dgm:t>
    </dgm:pt>
    <dgm:pt modelId="{98DEDD1A-6722-9B4A-A694-F845785BFB08}" type="parTrans" cxnId="{F0877715-5E5E-5B4E-A175-7D28318E5D8B}">
      <dgm:prSet/>
      <dgm:spPr/>
      <dgm:t>
        <a:bodyPr/>
        <a:lstStyle/>
        <a:p>
          <a:endParaRPr lang="fr-FR"/>
        </a:p>
      </dgm:t>
    </dgm:pt>
    <dgm:pt modelId="{EA6A6650-064A-2A43-9110-F82A7DC2CAF2}" type="sibTrans" cxnId="{F0877715-5E5E-5B4E-A175-7D28318E5D8B}">
      <dgm:prSet/>
      <dgm:spPr/>
      <dgm:t>
        <a:bodyPr/>
        <a:lstStyle/>
        <a:p>
          <a:endParaRPr lang="fr-FR"/>
        </a:p>
      </dgm:t>
    </dgm:pt>
    <dgm:pt modelId="{363A65A3-FCCB-B94B-B54F-9706A3513954}">
      <dgm:prSet phldrT="[Texte]"/>
      <dgm:spPr/>
      <dgm:t>
        <a:bodyPr/>
        <a:lstStyle/>
        <a:p>
          <a:endParaRPr lang="fr-FR" dirty="0"/>
        </a:p>
      </dgm:t>
    </dgm:pt>
    <dgm:pt modelId="{8DDDE5D3-F409-4D43-8A3C-CC1F3D9016B4}" type="parTrans" cxnId="{1D30E353-8EE9-8D4F-9D4F-3F28074A8BB9}">
      <dgm:prSet/>
      <dgm:spPr/>
      <dgm:t>
        <a:bodyPr/>
        <a:lstStyle/>
        <a:p>
          <a:endParaRPr lang="fr-FR"/>
        </a:p>
      </dgm:t>
    </dgm:pt>
    <dgm:pt modelId="{051940A8-347A-8349-89F5-9960855D7393}" type="sibTrans" cxnId="{1D30E353-8EE9-8D4F-9D4F-3F28074A8BB9}">
      <dgm:prSet/>
      <dgm:spPr/>
      <dgm:t>
        <a:bodyPr/>
        <a:lstStyle/>
        <a:p>
          <a:endParaRPr lang="fr-FR"/>
        </a:p>
      </dgm:t>
    </dgm:pt>
    <dgm:pt modelId="{D74FF09B-908F-3A47-9A97-BF81A48073A0}">
      <dgm:prSet phldrT="[Texte]"/>
      <dgm:spPr/>
      <dgm:t>
        <a:bodyPr/>
        <a:lstStyle/>
        <a:p>
          <a:r>
            <a:rPr lang="fr-FR" dirty="0"/>
            <a:t>Attribution de </a:t>
          </a:r>
          <a:r>
            <a:rPr lang="fr-FR" dirty="0" err="1"/>
            <a:t>sku</a:t>
          </a:r>
          <a:r>
            <a:rPr lang="fr-FR" dirty="0"/>
            <a:t> </a:t>
          </a:r>
        </a:p>
      </dgm:t>
    </dgm:pt>
    <dgm:pt modelId="{A57AEC6B-A004-F749-B42D-8FA7BFEDC2CA}" type="parTrans" cxnId="{92872D73-B988-3043-B979-59D65E7ABE93}">
      <dgm:prSet/>
      <dgm:spPr/>
    </dgm:pt>
    <dgm:pt modelId="{D3D29742-9789-F44F-B94C-1F7DE9A69A86}" type="sibTrans" cxnId="{92872D73-B988-3043-B979-59D65E7ABE93}">
      <dgm:prSet/>
      <dgm:spPr/>
    </dgm:pt>
    <dgm:pt modelId="{E23C9569-9CBB-D044-A250-0AC4097180C2}">
      <dgm:prSet phldrT="[Texte]"/>
      <dgm:spPr/>
      <dgm:t>
        <a:bodyPr/>
        <a:lstStyle/>
        <a:p>
          <a:r>
            <a:rPr lang="fr-FR" dirty="0"/>
            <a:t>« </a:t>
          </a:r>
          <a:r>
            <a:rPr lang="fr-FR" dirty="0" err="1"/>
            <a:t>Sku</a:t>
          </a:r>
          <a:r>
            <a:rPr lang="fr-FR" dirty="0"/>
            <a:t> » non renseignés</a:t>
          </a:r>
        </a:p>
      </dgm:t>
    </dgm:pt>
    <dgm:pt modelId="{068DF14F-8C7D-BA49-AD61-8DD8ABF27613}" type="parTrans" cxnId="{B4986856-5E4E-8E40-AA27-C9B206EB92A4}">
      <dgm:prSet/>
      <dgm:spPr/>
    </dgm:pt>
    <dgm:pt modelId="{14397D7D-6279-1945-9A76-B53619E6B16B}" type="sibTrans" cxnId="{B4986856-5E4E-8E40-AA27-C9B206EB92A4}">
      <dgm:prSet/>
      <dgm:spPr/>
    </dgm:pt>
    <dgm:pt modelId="{7022A522-9396-3F4F-872E-3AE0AA575C3C}">
      <dgm:prSet phldrT="[Texte]"/>
      <dgm:spPr/>
      <dgm:t>
        <a:bodyPr/>
        <a:lstStyle/>
        <a:p>
          <a:r>
            <a:rPr lang="fr-FR" dirty="0"/>
            <a:t>2 ventes négatives</a:t>
          </a:r>
        </a:p>
      </dgm:t>
    </dgm:pt>
    <dgm:pt modelId="{86BA1671-B8FF-DB4F-89A9-6EF75B72ED86}" type="parTrans" cxnId="{4B5F3296-7595-464A-8667-FD0400A15E9E}">
      <dgm:prSet/>
      <dgm:spPr/>
    </dgm:pt>
    <dgm:pt modelId="{18E820CF-63C4-2C45-AB43-BD2579DB3032}" type="sibTrans" cxnId="{4B5F3296-7595-464A-8667-FD0400A15E9E}">
      <dgm:prSet/>
      <dgm:spPr/>
    </dgm:pt>
    <dgm:pt modelId="{BD8FA02B-7948-A94C-B7B2-B3D25B3C0E5B}">
      <dgm:prSet phldrT="[Texte]"/>
      <dgm:spPr/>
      <dgm:t>
        <a:bodyPr/>
        <a:lstStyle/>
        <a:p>
          <a:r>
            <a:rPr lang="fr-FR" dirty="0"/>
            <a:t>Doublons</a:t>
          </a:r>
        </a:p>
      </dgm:t>
    </dgm:pt>
    <dgm:pt modelId="{57940CDA-53F8-DF40-BE0B-2FAA7315D6EE}" type="parTrans" cxnId="{156344EC-179B-1049-B950-4E56A57B6291}">
      <dgm:prSet/>
      <dgm:spPr/>
    </dgm:pt>
    <dgm:pt modelId="{32501379-E6A6-2447-A2C5-46F8015E5D93}" type="sibTrans" cxnId="{156344EC-179B-1049-B950-4E56A57B6291}">
      <dgm:prSet/>
      <dgm:spPr/>
    </dgm:pt>
    <dgm:pt modelId="{CB37343C-F1D3-9145-8E05-923EAD1AADEB}" type="pres">
      <dgm:prSet presAssocID="{269582AE-FE01-E64A-8617-A537F0632750}" presName="linearFlow" presStyleCnt="0">
        <dgm:presLayoutVars>
          <dgm:dir/>
          <dgm:animLvl val="lvl"/>
          <dgm:resizeHandles val="exact"/>
        </dgm:presLayoutVars>
      </dgm:prSet>
      <dgm:spPr/>
    </dgm:pt>
    <dgm:pt modelId="{E8D7CA13-C56C-6346-A6AB-5CDBF68B3816}" type="pres">
      <dgm:prSet presAssocID="{56E6BCEE-527C-0048-B5A9-3B024E8E14CC}" presName="composite" presStyleCnt="0"/>
      <dgm:spPr/>
    </dgm:pt>
    <dgm:pt modelId="{9B9DF306-A781-8544-AFB9-74BE9BD71E17}" type="pres">
      <dgm:prSet presAssocID="{56E6BCEE-527C-0048-B5A9-3B024E8E14C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63A66D7-0822-BA4A-907B-FCFD43D88579}" type="pres">
      <dgm:prSet presAssocID="{56E6BCEE-527C-0048-B5A9-3B024E8E14CC}" presName="parSh" presStyleLbl="node1" presStyleIdx="0" presStyleCnt="3"/>
      <dgm:spPr/>
    </dgm:pt>
    <dgm:pt modelId="{086154B4-A25F-F142-B38F-883D22E4D5DC}" type="pres">
      <dgm:prSet presAssocID="{56E6BCEE-527C-0048-B5A9-3B024E8E14CC}" presName="desTx" presStyleLbl="fgAcc1" presStyleIdx="0" presStyleCnt="3">
        <dgm:presLayoutVars>
          <dgm:bulletEnabled val="1"/>
        </dgm:presLayoutVars>
      </dgm:prSet>
      <dgm:spPr/>
    </dgm:pt>
    <dgm:pt modelId="{94B70273-39A2-814E-B907-8956AE0E8C76}" type="pres">
      <dgm:prSet presAssocID="{C521BD0F-C6D8-664B-AB60-2728E1C13A2A}" presName="sibTrans" presStyleLbl="sibTrans2D1" presStyleIdx="0" presStyleCnt="2"/>
      <dgm:spPr/>
    </dgm:pt>
    <dgm:pt modelId="{7ABA4802-FE3A-D641-99BA-D37C887D50EC}" type="pres">
      <dgm:prSet presAssocID="{C521BD0F-C6D8-664B-AB60-2728E1C13A2A}" presName="connTx" presStyleLbl="sibTrans2D1" presStyleIdx="0" presStyleCnt="2"/>
      <dgm:spPr/>
    </dgm:pt>
    <dgm:pt modelId="{86371A71-893D-514F-B09D-26E94DC8162E}" type="pres">
      <dgm:prSet presAssocID="{A879F69D-D5C2-2043-B2FA-C2CD605FF4BD}" presName="composite" presStyleCnt="0"/>
      <dgm:spPr/>
    </dgm:pt>
    <dgm:pt modelId="{8265E5DF-B91D-024D-877A-CE3AC7417C2F}" type="pres">
      <dgm:prSet presAssocID="{A879F69D-D5C2-2043-B2FA-C2CD605FF4B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9A251C-ECB3-F143-BBE1-7300E5ED1D6E}" type="pres">
      <dgm:prSet presAssocID="{A879F69D-D5C2-2043-B2FA-C2CD605FF4BD}" presName="parSh" presStyleLbl="node1" presStyleIdx="1" presStyleCnt="3"/>
      <dgm:spPr/>
    </dgm:pt>
    <dgm:pt modelId="{740BC69C-9371-274C-94A3-2C3C3A16824F}" type="pres">
      <dgm:prSet presAssocID="{A879F69D-D5C2-2043-B2FA-C2CD605FF4BD}" presName="desTx" presStyleLbl="fgAcc1" presStyleIdx="1" presStyleCnt="3">
        <dgm:presLayoutVars>
          <dgm:bulletEnabled val="1"/>
        </dgm:presLayoutVars>
      </dgm:prSet>
      <dgm:spPr/>
    </dgm:pt>
    <dgm:pt modelId="{FE5C7929-41C2-A94D-8C13-696365677223}" type="pres">
      <dgm:prSet presAssocID="{2BFCD8CB-9789-114F-90F6-01D176FA811C}" presName="sibTrans" presStyleLbl="sibTrans2D1" presStyleIdx="1" presStyleCnt="2"/>
      <dgm:spPr/>
    </dgm:pt>
    <dgm:pt modelId="{19959E5E-CE8C-4B42-878E-7A7BA11856B6}" type="pres">
      <dgm:prSet presAssocID="{2BFCD8CB-9789-114F-90F6-01D176FA811C}" presName="connTx" presStyleLbl="sibTrans2D1" presStyleIdx="1" presStyleCnt="2"/>
      <dgm:spPr/>
    </dgm:pt>
    <dgm:pt modelId="{60425A09-927E-7048-9E5A-A6D4BE419CDD}" type="pres">
      <dgm:prSet presAssocID="{1296731A-38EC-C948-AEE7-8CD1D3EB0C20}" presName="composite" presStyleCnt="0"/>
      <dgm:spPr/>
    </dgm:pt>
    <dgm:pt modelId="{1B32835E-B637-9A42-B8F3-E9EF3C95C616}" type="pres">
      <dgm:prSet presAssocID="{1296731A-38EC-C948-AEE7-8CD1D3EB0C20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5253574-78CE-B443-A8A4-C4566A8755B1}" type="pres">
      <dgm:prSet presAssocID="{1296731A-38EC-C948-AEE7-8CD1D3EB0C20}" presName="parSh" presStyleLbl="node1" presStyleIdx="2" presStyleCnt="3"/>
      <dgm:spPr/>
    </dgm:pt>
    <dgm:pt modelId="{ADAB206D-1641-F247-9F78-9CB6A14B185E}" type="pres">
      <dgm:prSet presAssocID="{1296731A-38EC-C948-AEE7-8CD1D3EB0C20}" presName="desTx" presStyleLbl="fgAcc1" presStyleIdx="2" presStyleCnt="3">
        <dgm:presLayoutVars>
          <dgm:bulletEnabled val="1"/>
        </dgm:presLayoutVars>
      </dgm:prSet>
      <dgm:spPr/>
    </dgm:pt>
  </dgm:ptLst>
  <dgm:cxnLst>
    <dgm:cxn modelId="{F0877715-5E5E-5B4E-A175-7D28318E5D8B}" srcId="{A879F69D-D5C2-2043-B2FA-C2CD605FF4BD}" destId="{E0905EDC-D204-2D47-9601-C3B6CC87A72E}" srcOrd="3" destOrd="0" parTransId="{98DEDD1A-6722-9B4A-A694-F845785BFB08}" sibTransId="{EA6A6650-064A-2A43-9110-F82A7DC2CAF2}"/>
    <dgm:cxn modelId="{BE695619-1ADC-0E47-9161-FD6904212913}" type="presOf" srcId="{56E6BCEE-527C-0048-B5A9-3B024E8E14CC}" destId="{9B9DF306-A781-8544-AFB9-74BE9BD71E17}" srcOrd="0" destOrd="0" presId="urn:microsoft.com/office/officeart/2005/8/layout/process3"/>
    <dgm:cxn modelId="{3C9A2522-9503-6643-8660-00A2F0472944}" type="presOf" srcId="{6E030F88-3081-1B4E-AE26-ED52B30A9034}" destId="{740BC69C-9371-274C-94A3-2C3C3A16824F}" srcOrd="0" destOrd="4" presId="urn:microsoft.com/office/officeart/2005/8/layout/process3"/>
    <dgm:cxn modelId="{76348534-50BA-FB47-A657-746D4A95723F}" srcId="{A879F69D-D5C2-2043-B2FA-C2CD605FF4BD}" destId="{756DF598-EB28-0B4C-B659-6604E4173A98}" srcOrd="0" destOrd="0" parTransId="{F228A725-69E4-E940-A6EC-11149E94DF9E}" sibTransId="{249A2871-05A5-F046-AFB9-7B573133BE92}"/>
    <dgm:cxn modelId="{C13A0645-7CF3-A947-840A-B6974543B707}" type="presOf" srcId="{E0905EDC-D204-2D47-9601-C3B6CC87A72E}" destId="{740BC69C-9371-274C-94A3-2C3C3A16824F}" srcOrd="0" destOrd="3" presId="urn:microsoft.com/office/officeart/2005/8/layout/process3"/>
    <dgm:cxn modelId="{1D30E353-8EE9-8D4F-9D4F-3F28074A8BB9}" srcId="{A879F69D-D5C2-2043-B2FA-C2CD605FF4BD}" destId="{363A65A3-FCCB-B94B-B54F-9706A3513954}" srcOrd="2" destOrd="0" parTransId="{8DDDE5D3-F409-4D43-8A3C-CC1F3D9016B4}" sibTransId="{051940A8-347A-8349-89F5-9960855D7393}"/>
    <dgm:cxn modelId="{B4986856-5E4E-8E40-AA27-C9B206EB92A4}" srcId="{1296731A-38EC-C948-AEE7-8CD1D3EB0C20}" destId="{E23C9569-9CBB-D044-A250-0AC4097180C2}" srcOrd="1" destOrd="0" parTransId="{068DF14F-8C7D-BA49-AD61-8DD8ABF27613}" sibTransId="{14397D7D-6279-1945-9A76-B53619E6B16B}"/>
    <dgm:cxn modelId="{1B375963-BEA1-E840-A867-6EA88550E8F9}" type="presOf" srcId="{1296731A-38EC-C948-AEE7-8CD1D3EB0C20}" destId="{55253574-78CE-B443-A8A4-C4566A8755B1}" srcOrd="1" destOrd="0" presId="urn:microsoft.com/office/officeart/2005/8/layout/process3"/>
    <dgm:cxn modelId="{4B80E566-CE75-8948-8E16-F01DA1E061FB}" type="presOf" srcId="{C521BD0F-C6D8-664B-AB60-2728E1C13A2A}" destId="{94B70273-39A2-814E-B907-8956AE0E8C76}" srcOrd="0" destOrd="0" presId="urn:microsoft.com/office/officeart/2005/8/layout/process3"/>
    <dgm:cxn modelId="{C3D52668-EE6B-2047-B3F1-80E8C204CA72}" type="presOf" srcId="{C521BD0F-C6D8-664B-AB60-2728E1C13A2A}" destId="{7ABA4802-FE3A-D641-99BA-D37C887D50EC}" srcOrd="1" destOrd="0" presId="urn:microsoft.com/office/officeart/2005/8/layout/process3"/>
    <dgm:cxn modelId="{5F35BC68-A9E4-C447-844A-7F8B22BC3AAD}" type="presOf" srcId="{756DF598-EB28-0B4C-B659-6604E4173A98}" destId="{740BC69C-9371-274C-94A3-2C3C3A16824F}" srcOrd="0" destOrd="0" presId="urn:microsoft.com/office/officeart/2005/8/layout/process3"/>
    <dgm:cxn modelId="{92872D73-B988-3043-B979-59D65E7ABE93}" srcId="{A879F69D-D5C2-2043-B2FA-C2CD605FF4BD}" destId="{D74FF09B-908F-3A47-9A97-BF81A48073A0}" srcOrd="1" destOrd="0" parTransId="{A57AEC6B-A004-F749-B42D-8FA7BFEDC2CA}" sibTransId="{D3D29742-9789-F44F-B94C-1F7DE9A69A86}"/>
    <dgm:cxn modelId="{77448977-F60D-0046-8A80-DCCA2A5F065D}" type="presOf" srcId="{56E6BCEE-527C-0048-B5A9-3B024E8E14CC}" destId="{E63A66D7-0822-BA4A-907B-FCFD43D88579}" srcOrd="1" destOrd="0" presId="urn:microsoft.com/office/officeart/2005/8/layout/process3"/>
    <dgm:cxn modelId="{1EF17D79-E806-1E49-B118-5BD795D792D2}" type="presOf" srcId="{A879F69D-D5C2-2043-B2FA-C2CD605FF4BD}" destId="{B99A251C-ECB3-F143-BBE1-7300E5ED1D6E}" srcOrd="1" destOrd="0" presId="urn:microsoft.com/office/officeart/2005/8/layout/process3"/>
    <dgm:cxn modelId="{03292385-6209-794D-BE89-52E140A456B4}" type="presOf" srcId="{E23C9569-9CBB-D044-A250-0AC4097180C2}" destId="{ADAB206D-1641-F247-9F78-9CB6A14B185E}" srcOrd="0" destOrd="1" presId="urn:microsoft.com/office/officeart/2005/8/layout/process3"/>
    <dgm:cxn modelId="{E7298F85-C7C9-8D4F-87BC-022442AC2488}" srcId="{269582AE-FE01-E64A-8617-A537F0632750}" destId="{56E6BCEE-527C-0048-B5A9-3B024E8E14CC}" srcOrd="0" destOrd="0" parTransId="{9904BE66-21EC-C344-A6A8-A7F6FDE7F451}" sibTransId="{C521BD0F-C6D8-664B-AB60-2728E1C13A2A}"/>
    <dgm:cxn modelId="{9C6D0D87-03EF-9D43-8642-E55A6FAE209F}" type="presOf" srcId="{D66BDF41-BD61-5441-BBE8-090C48665232}" destId="{086154B4-A25F-F142-B38F-883D22E4D5DC}" srcOrd="0" destOrd="1" presId="urn:microsoft.com/office/officeart/2005/8/layout/process3"/>
    <dgm:cxn modelId="{65A51789-C791-B54D-86F2-AB812711F90D}" type="presOf" srcId="{269582AE-FE01-E64A-8617-A537F0632750}" destId="{CB37343C-F1D3-9145-8E05-923EAD1AADEB}" srcOrd="0" destOrd="0" presId="urn:microsoft.com/office/officeart/2005/8/layout/process3"/>
    <dgm:cxn modelId="{D440ED8E-8B23-A943-BEC8-46EC8CFEB26F}" srcId="{56E6BCEE-527C-0048-B5A9-3B024E8E14CC}" destId="{D66BDF41-BD61-5441-BBE8-090C48665232}" srcOrd="1" destOrd="0" parTransId="{5E1A6152-0F90-F646-B5C0-B4E688AC2292}" sibTransId="{BECDE354-B7F4-B142-991C-C94F35B53781}"/>
    <dgm:cxn modelId="{4B5F3296-7595-464A-8667-FD0400A15E9E}" srcId="{1296731A-38EC-C948-AEE7-8CD1D3EB0C20}" destId="{7022A522-9396-3F4F-872E-3AE0AA575C3C}" srcOrd="2" destOrd="0" parTransId="{86BA1671-B8FF-DB4F-89A9-6EF75B72ED86}" sibTransId="{18E820CF-63C4-2C45-AB43-BD2579DB3032}"/>
    <dgm:cxn modelId="{A294C6A5-6C7F-AC4F-A7FE-30CB7ACA233A}" srcId="{269582AE-FE01-E64A-8617-A537F0632750}" destId="{1296731A-38EC-C948-AEE7-8CD1D3EB0C20}" srcOrd="2" destOrd="0" parTransId="{D4FBFD85-1E98-6849-BB9E-E0593B3E8166}" sibTransId="{F18DEB3B-9573-C44F-BB66-65863F7C6180}"/>
    <dgm:cxn modelId="{A209F1A7-E54F-AE43-BA92-0CA3AEEB6661}" type="presOf" srcId="{363A65A3-FCCB-B94B-B54F-9706A3513954}" destId="{740BC69C-9371-274C-94A3-2C3C3A16824F}" srcOrd="0" destOrd="2" presId="urn:microsoft.com/office/officeart/2005/8/layout/process3"/>
    <dgm:cxn modelId="{E5268DAB-054C-1D4A-A68B-A463BD433472}" type="presOf" srcId="{2A2DF048-3AED-1448-B17D-EF2DC0BC2872}" destId="{ADAB206D-1641-F247-9F78-9CB6A14B185E}" srcOrd="0" destOrd="0" presId="urn:microsoft.com/office/officeart/2005/8/layout/process3"/>
    <dgm:cxn modelId="{F2E633B0-8A3E-0E4B-8BEE-7AC7CAA0DF96}" srcId="{56E6BCEE-527C-0048-B5A9-3B024E8E14CC}" destId="{8F7DDDA2-9ADA-F947-82C4-C7B7F62F94CD}" srcOrd="0" destOrd="0" parTransId="{BFDD6F85-F3AA-4642-9630-504BB17D08C8}" sibTransId="{A33244F8-8421-2645-809F-73F1019DEFF6}"/>
    <dgm:cxn modelId="{652D5AB1-4799-4743-B594-7CC08891CA3E}" type="presOf" srcId="{1296731A-38EC-C948-AEE7-8CD1D3EB0C20}" destId="{1B32835E-B637-9A42-B8F3-E9EF3C95C616}" srcOrd="0" destOrd="0" presId="urn:microsoft.com/office/officeart/2005/8/layout/process3"/>
    <dgm:cxn modelId="{E4BEDABA-A8C5-4B47-9730-69AD71373740}" type="presOf" srcId="{D74FF09B-908F-3A47-9A97-BF81A48073A0}" destId="{740BC69C-9371-274C-94A3-2C3C3A16824F}" srcOrd="0" destOrd="1" presId="urn:microsoft.com/office/officeart/2005/8/layout/process3"/>
    <dgm:cxn modelId="{D55B92BF-3100-074D-8485-260A9A755A9E}" srcId="{1296731A-38EC-C948-AEE7-8CD1D3EB0C20}" destId="{2A2DF048-3AED-1448-B17D-EF2DC0BC2872}" srcOrd="0" destOrd="0" parTransId="{64B93A2E-3D67-3442-8C31-96FE066604B0}" sibTransId="{B82F91C8-FD47-8148-ABCF-8592E2EF3B1E}"/>
    <dgm:cxn modelId="{0FB635CD-28EE-0D4D-8453-C6B2D85F6347}" type="presOf" srcId="{2BFCD8CB-9789-114F-90F6-01D176FA811C}" destId="{FE5C7929-41C2-A94D-8C13-696365677223}" srcOrd="0" destOrd="0" presId="urn:microsoft.com/office/officeart/2005/8/layout/process3"/>
    <dgm:cxn modelId="{4E9296D1-31EF-7B42-A57B-FF672C3E4FBA}" type="presOf" srcId="{A879F69D-D5C2-2043-B2FA-C2CD605FF4BD}" destId="{8265E5DF-B91D-024D-877A-CE3AC7417C2F}" srcOrd="0" destOrd="0" presId="urn:microsoft.com/office/officeart/2005/8/layout/process3"/>
    <dgm:cxn modelId="{30D951D9-88E6-C643-B6C8-435A7D2BB809}" srcId="{A879F69D-D5C2-2043-B2FA-C2CD605FF4BD}" destId="{6E030F88-3081-1B4E-AE26-ED52B30A9034}" srcOrd="4" destOrd="0" parTransId="{9BB84749-CE16-4B4B-801E-4FC7954F18FD}" sibTransId="{DFD00222-0178-0D47-942C-F49EC8C928BB}"/>
    <dgm:cxn modelId="{40217DDC-A44D-FF42-955B-5BE7BBF0B99D}" type="presOf" srcId="{8F7DDDA2-9ADA-F947-82C4-C7B7F62F94CD}" destId="{086154B4-A25F-F142-B38F-883D22E4D5DC}" srcOrd="0" destOrd="0" presId="urn:microsoft.com/office/officeart/2005/8/layout/process3"/>
    <dgm:cxn modelId="{156344EC-179B-1049-B950-4E56A57B6291}" srcId="{1296731A-38EC-C948-AEE7-8CD1D3EB0C20}" destId="{BD8FA02B-7948-A94C-B7B2-B3D25B3C0E5B}" srcOrd="3" destOrd="0" parTransId="{57940CDA-53F8-DF40-BE0B-2FAA7315D6EE}" sibTransId="{32501379-E6A6-2447-A2C5-46F8015E5D93}"/>
    <dgm:cxn modelId="{CA24A3F2-3E3E-AE4F-A777-7F95AE94B76D}" type="presOf" srcId="{7022A522-9396-3F4F-872E-3AE0AA575C3C}" destId="{ADAB206D-1641-F247-9F78-9CB6A14B185E}" srcOrd="0" destOrd="2" presId="urn:microsoft.com/office/officeart/2005/8/layout/process3"/>
    <dgm:cxn modelId="{973B63F6-E26D-DB43-838C-6D68C5393CB3}" srcId="{269582AE-FE01-E64A-8617-A537F0632750}" destId="{A879F69D-D5C2-2043-B2FA-C2CD605FF4BD}" srcOrd="1" destOrd="0" parTransId="{C78E520D-9633-1C45-890E-739FF7E6894E}" sibTransId="{2BFCD8CB-9789-114F-90F6-01D176FA811C}"/>
    <dgm:cxn modelId="{78B52AFD-20F1-D74B-966E-19D727AF3D8B}" type="presOf" srcId="{2BFCD8CB-9789-114F-90F6-01D176FA811C}" destId="{19959E5E-CE8C-4B42-878E-7A7BA11856B6}" srcOrd="1" destOrd="0" presId="urn:microsoft.com/office/officeart/2005/8/layout/process3"/>
    <dgm:cxn modelId="{CD63E4FE-3259-7341-8D67-E750E87F668C}" type="presOf" srcId="{BD8FA02B-7948-A94C-B7B2-B3D25B3C0E5B}" destId="{ADAB206D-1641-F247-9F78-9CB6A14B185E}" srcOrd="0" destOrd="3" presId="urn:microsoft.com/office/officeart/2005/8/layout/process3"/>
    <dgm:cxn modelId="{9E5E0F3F-291D-7348-A9C8-CD8538990968}" type="presParOf" srcId="{CB37343C-F1D3-9145-8E05-923EAD1AADEB}" destId="{E8D7CA13-C56C-6346-A6AB-5CDBF68B3816}" srcOrd="0" destOrd="0" presId="urn:microsoft.com/office/officeart/2005/8/layout/process3"/>
    <dgm:cxn modelId="{A7EE64EC-6C13-EE49-85BB-5ED90896DCDF}" type="presParOf" srcId="{E8D7CA13-C56C-6346-A6AB-5CDBF68B3816}" destId="{9B9DF306-A781-8544-AFB9-74BE9BD71E17}" srcOrd="0" destOrd="0" presId="urn:microsoft.com/office/officeart/2005/8/layout/process3"/>
    <dgm:cxn modelId="{B105D09D-7EE2-924C-BBC3-1B8F3C8C1EC9}" type="presParOf" srcId="{E8D7CA13-C56C-6346-A6AB-5CDBF68B3816}" destId="{E63A66D7-0822-BA4A-907B-FCFD43D88579}" srcOrd="1" destOrd="0" presId="urn:microsoft.com/office/officeart/2005/8/layout/process3"/>
    <dgm:cxn modelId="{76C7D186-D1D2-9C4B-8D8A-8D83900304B7}" type="presParOf" srcId="{E8D7CA13-C56C-6346-A6AB-5CDBF68B3816}" destId="{086154B4-A25F-F142-B38F-883D22E4D5DC}" srcOrd="2" destOrd="0" presId="urn:microsoft.com/office/officeart/2005/8/layout/process3"/>
    <dgm:cxn modelId="{28D40A7C-08C9-6C43-B852-413467C467FB}" type="presParOf" srcId="{CB37343C-F1D3-9145-8E05-923EAD1AADEB}" destId="{94B70273-39A2-814E-B907-8956AE0E8C76}" srcOrd="1" destOrd="0" presId="urn:microsoft.com/office/officeart/2005/8/layout/process3"/>
    <dgm:cxn modelId="{811722F8-6289-E64B-8D60-BD9E07AB9439}" type="presParOf" srcId="{94B70273-39A2-814E-B907-8956AE0E8C76}" destId="{7ABA4802-FE3A-D641-99BA-D37C887D50EC}" srcOrd="0" destOrd="0" presId="urn:microsoft.com/office/officeart/2005/8/layout/process3"/>
    <dgm:cxn modelId="{518ADF5D-726B-5B4A-A5E7-85C5387EE292}" type="presParOf" srcId="{CB37343C-F1D3-9145-8E05-923EAD1AADEB}" destId="{86371A71-893D-514F-B09D-26E94DC8162E}" srcOrd="2" destOrd="0" presId="urn:microsoft.com/office/officeart/2005/8/layout/process3"/>
    <dgm:cxn modelId="{76B4B7B3-9AA9-2349-B74F-1BD55CC06BEB}" type="presParOf" srcId="{86371A71-893D-514F-B09D-26E94DC8162E}" destId="{8265E5DF-B91D-024D-877A-CE3AC7417C2F}" srcOrd="0" destOrd="0" presId="urn:microsoft.com/office/officeart/2005/8/layout/process3"/>
    <dgm:cxn modelId="{A63387D9-C28C-344F-8198-7090AD1D8257}" type="presParOf" srcId="{86371A71-893D-514F-B09D-26E94DC8162E}" destId="{B99A251C-ECB3-F143-BBE1-7300E5ED1D6E}" srcOrd="1" destOrd="0" presId="urn:microsoft.com/office/officeart/2005/8/layout/process3"/>
    <dgm:cxn modelId="{A01F9AA8-D79F-D449-8268-5955F4BDBC5E}" type="presParOf" srcId="{86371A71-893D-514F-B09D-26E94DC8162E}" destId="{740BC69C-9371-274C-94A3-2C3C3A16824F}" srcOrd="2" destOrd="0" presId="urn:microsoft.com/office/officeart/2005/8/layout/process3"/>
    <dgm:cxn modelId="{5431F6EC-AC9E-164E-A7A8-F8BC2C819BDF}" type="presParOf" srcId="{CB37343C-F1D3-9145-8E05-923EAD1AADEB}" destId="{FE5C7929-41C2-A94D-8C13-696365677223}" srcOrd="3" destOrd="0" presId="urn:microsoft.com/office/officeart/2005/8/layout/process3"/>
    <dgm:cxn modelId="{6402B336-271E-EA4E-BB2E-472C96A0FD19}" type="presParOf" srcId="{FE5C7929-41C2-A94D-8C13-696365677223}" destId="{19959E5E-CE8C-4B42-878E-7A7BA11856B6}" srcOrd="0" destOrd="0" presId="urn:microsoft.com/office/officeart/2005/8/layout/process3"/>
    <dgm:cxn modelId="{3536140F-F8DE-EC45-8075-4E342A0D89F4}" type="presParOf" srcId="{CB37343C-F1D3-9145-8E05-923EAD1AADEB}" destId="{60425A09-927E-7048-9E5A-A6D4BE419CDD}" srcOrd="4" destOrd="0" presId="urn:microsoft.com/office/officeart/2005/8/layout/process3"/>
    <dgm:cxn modelId="{AD5196C0-519E-094C-ACDD-113FFE9AED88}" type="presParOf" srcId="{60425A09-927E-7048-9E5A-A6D4BE419CDD}" destId="{1B32835E-B637-9A42-B8F3-E9EF3C95C616}" srcOrd="0" destOrd="0" presId="urn:microsoft.com/office/officeart/2005/8/layout/process3"/>
    <dgm:cxn modelId="{6D43F291-EA1A-7B4D-ACF5-97A84224FAE8}" type="presParOf" srcId="{60425A09-927E-7048-9E5A-A6D4BE419CDD}" destId="{55253574-78CE-B443-A8A4-C4566A8755B1}" srcOrd="1" destOrd="0" presId="urn:microsoft.com/office/officeart/2005/8/layout/process3"/>
    <dgm:cxn modelId="{EF52435C-A050-684F-97E8-9B466F4D1850}" type="presParOf" srcId="{60425A09-927E-7048-9E5A-A6D4BE419CDD}" destId="{ADAB206D-1641-F247-9F78-9CB6A14B185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9582AE-FE01-E64A-8617-A537F0632750}" type="doc">
      <dgm:prSet loTypeId="urn:microsoft.com/office/officeart/2005/8/layout/process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56E6BCEE-527C-0048-B5A9-3B024E8E14CC}">
      <dgm:prSet phldrT="[Texte]"/>
      <dgm:spPr/>
      <dgm:t>
        <a:bodyPr/>
        <a:lstStyle/>
        <a:p>
          <a:r>
            <a:rPr lang="fr-FR" dirty="0"/>
            <a:t>Dimensions</a:t>
          </a:r>
        </a:p>
      </dgm:t>
    </dgm:pt>
    <dgm:pt modelId="{9904BE66-21EC-C344-A6A8-A7F6FDE7F451}" type="parTrans" cxnId="{E7298F85-C7C9-8D4F-87BC-022442AC2488}">
      <dgm:prSet/>
      <dgm:spPr/>
      <dgm:t>
        <a:bodyPr/>
        <a:lstStyle/>
        <a:p>
          <a:endParaRPr lang="fr-FR"/>
        </a:p>
      </dgm:t>
    </dgm:pt>
    <dgm:pt modelId="{C521BD0F-C6D8-664B-AB60-2728E1C13A2A}" type="sibTrans" cxnId="{E7298F85-C7C9-8D4F-87BC-022442AC2488}">
      <dgm:prSet/>
      <dgm:spPr/>
      <dgm:t>
        <a:bodyPr/>
        <a:lstStyle/>
        <a:p>
          <a:endParaRPr lang="fr-FR"/>
        </a:p>
      </dgm:t>
    </dgm:pt>
    <dgm:pt modelId="{8F7DDDA2-9ADA-F947-82C4-C7B7F62F94CD}">
      <dgm:prSet phldrT="[Texte]"/>
      <dgm:spPr/>
      <dgm:t>
        <a:bodyPr/>
        <a:lstStyle/>
        <a:p>
          <a:r>
            <a:rPr lang="fr-FR" dirty="0"/>
            <a:t>825 observations</a:t>
          </a:r>
        </a:p>
      </dgm:t>
    </dgm:pt>
    <dgm:pt modelId="{BFDD6F85-F3AA-4642-9630-504BB17D08C8}" type="parTrans" cxnId="{F2E633B0-8A3E-0E4B-8BEE-7AC7CAA0DF96}">
      <dgm:prSet/>
      <dgm:spPr/>
      <dgm:t>
        <a:bodyPr/>
        <a:lstStyle/>
        <a:p>
          <a:endParaRPr lang="fr-FR"/>
        </a:p>
      </dgm:t>
    </dgm:pt>
    <dgm:pt modelId="{A33244F8-8421-2645-809F-73F1019DEFF6}" type="sibTrans" cxnId="{F2E633B0-8A3E-0E4B-8BEE-7AC7CAA0DF96}">
      <dgm:prSet/>
      <dgm:spPr/>
      <dgm:t>
        <a:bodyPr/>
        <a:lstStyle/>
        <a:p>
          <a:endParaRPr lang="fr-FR"/>
        </a:p>
      </dgm:t>
    </dgm:pt>
    <dgm:pt modelId="{D66BDF41-BD61-5441-BBE8-090C48665232}">
      <dgm:prSet phldrT="[Texte]"/>
      <dgm:spPr/>
      <dgm:t>
        <a:bodyPr/>
        <a:lstStyle/>
        <a:p>
          <a:r>
            <a:rPr lang="fr-FR" dirty="0"/>
            <a:t>2 colonnes</a:t>
          </a:r>
        </a:p>
      </dgm:t>
    </dgm:pt>
    <dgm:pt modelId="{5E1A6152-0F90-F646-B5C0-B4E688AC2292}" type="parTrans" cxnId="{D440ED8E-8B23-A943-BEC8-46EC8CFEB26F}">
      <dgm:prSet/>
      <dgm:spPr/>
      <dgm:t>
        <a:bodyPr/>
        <a:lstStyle/>
        <a:p>
          <a:endParaRPr lang="fr-FR"/>
        </a:p>
      </dgm:t>
    </dgm:pt>
    <dgm:pt modelId="{BECDE354-B7F4-B142-991C-C94F35B53781}" type="sibTrans" cxnId="{D440ED8E-8B23-A943-BEC8-46EC8CFEB26F}">
      <dgm:prSet/>
      <dgm:spPr/>
      <dgm:t>
        <a:bodyPr/>
        <a:lstStyle/>
        <a:p>
          <a:endParaRPr lang="fr-FR"/>
        </a:p>
      </dgm:t>
    </dgm:pt>
    <dgm:pt modelId="{A879F69D-D5C2-2043-B2FA-C2CD605FF4BD}">
      <dgm:prSet phldrT="[Texte]"/>
      <dgm:spPr/>
      <dgm:t>
        <a:bodyPr/>
        <a:lstStyle/>
        <a:p>
          <a:r>
            <a:rPr lang="fr-FR" dirty="0"/>
            <a:t>Traitement réalisé</a:t>
          </a:r>
        </a:p>
      </dgm:t>
    </dgm:pt>
    <dgm:pt modelId="{C78E520D-9633-1C45-890E-739FF7E6894E}" type="parTrans" cxnId="{973B63F6-E26D-DB43-838C-6D68C5393CB3}">
      <dgm:prSet/>
      <dgm:spPr/>
      <dgm:t>
        <a:bodyPr/>
        <a:lstStyle/>
        <a:p>
          <a:endParaRPr lang="fr-FR"/>
        </a:p>
      </dgm:t>
    </dgm:pt>
    <dgm:pt modelId="{2BFCD8CB-9789-114F-90F6-01D176FA811C}" type="sibTrans" cxnId="{973B63F6-E26D-DB43-838C-6D68C5393CB3}">
      <dgm:prSet/>
      <dgm:spPr/>
      <dgm:t>
        <a:bodyPr/>
        <a:lstStyle/>
        <a:p>
          <a:endParaRPr lang="fr-FR"/>
        </a:p>
      </dgm:t>
    </dgm:pt>
    <dgm:pt modelId="{756DF598-EB28-0B4C-B659-6604E4173A98}">
      <dgm:prSet phldrT="[Texte]"/>
      <dgm:spPr/>
      <dgm:t>
        <a:bodyPr/>
        <a:lstStyle/>
        <a:p>
          <a:r>
            <a:rPr lang="fr-FR" dirty="0"/>
            <a:t>Aucun traitement nécessaire</a:t>
          </a:r>
        </a:p>
      </dgm:t>
    </dgm:pt>
    <dgm:pt modelId="{F228A725-69E4-E940-A6EC-11149E94DF9E}" type="parTrans" cxnId="{76348534-50BA-FB47-A657-746D4A95723F}">
      <dgm:prSet/>
      <dgm:spPr/>
      <dgm:t>
        <a:bodyPr/>
        <a:lstStyle/>
        <a:p>
          <a:endParaRPr lang="fr-FR"/>
        </a:p>
      </dgm:t>
    </dgm:pt>
    <dgm:pt modelId="{249A2871-05A5-F046-AFB9-7B573133BE92}" type="sibTrans" cxnId="{76348534-50BA-FB47-A657-746D4A95723F}">
      <dgm:prSet/>
      <dgm:spPr/>
      <dgm:t>
        <a:bodyPr/>
        <a:lstStyle/>
        <a:p>
          <a:endParaRPr lang="fr-FR"/>
        </a:p>
      </dgm:t>
    </dgm:pt>
    <dgm:pt modelId="{1296731A-38EC-C948-AEE7-8CD1D3EB0C20}">
      <dgm:prSet phldrT="[Texte]"/>
      <dgm:spPr/>
      <dgm:t>
        <a:bodyPr/>
        <a:lstStyle/>
        <a:p>
          <a:r>
            <a:rPr lang="fr-FR" dirty="0"/>
            <a:t>Remarques</a:t>
          </a:r>
        </a:p>
      </dgm:t>
    </dgm:pt>
    <dgm:pt modelId="{D4FBFD85-1E98-6849-BB9E-E0593B3E8166}" type="parTrans" cxnId="{A294C6A5-6C7F-AC4F-A7FE-30CB7ACA233A}">
      <dgm:prSet/>
      <dgm:spPr/>
      <dgm:t>
        <a:bodyPr/>
        <a:lstStyle/>
        <a:p>
          <a:endParaRPr lang="fr-FR"/>
        </a:p>
      </dgm:t>
    </dgm:pt>
    <dgm:pt modelId="{F18DEB3B-9573-C44F-BB66-65863F7C6180}" type="sibTrans" cxnId="{A294C6A5-6C7F-AC4F-A7FE-30CB7ACA233A}">
      <dgm:prSet/>
      <dgm:spPr/>
      <dgm:t>
        <a:bodyPr/>
        <a:lstStyle/>
        <a:p>
          <a:endParaRPr lang="fr-FR"/>
        </a:p>
      </dgm:t>
    </dgm:pt>
    <dgm:pt modelId="{2A2DF048-3AED-1448-B17D-EF2DC0BC2872}">
      <dgm:prSet phldrT="[Texte]"/>
      <dgm:spPr/>
      <dgm:t>
        <a:bodyPr/>
        <a:lstStyle/>
        <a:p>
          <a:r>
            <a:rPr lang="fr-FR" dirty="0"/>
            <a:t>91 ‘</a:t>
          </a:r>
          <a:r>
            <a:rPr lang="fr-FR" dirty="0" err="1"/>
            <a:t>id_web</a:t>
          </a:r>
          <a:r>
            <a:rPr lang="fr-FR" dirty="0"/>
            <a:t>’ non renseignés</a:t>
          </a:r>
        </a:p>
      </dgm:t>
    </dgm:pt>
    <dgm:pt modelId="{64B93A2E-3D67-3442-8C31-96FE066604B0}" type="parTrans" cxnId="{D55B92BF-3100-074D-8485-260A9A755A9E}">
      <dgm:prSet/>
      <dgm:spPr/>
      <dgm:t>
        <a:bodyPr/>
        <a:lstStyle/>
        <a:p>
          <a:endParaRPr lang="fr-FR"/>
        </a:p>
      </dgm:t>
    </dgm:pt>
    <dgm:pt modelId="{B82F91C8-FD47-8148-ABCF-8592E2EF3B1E}" type="sibTrans" cxnId="{D55B92BF-3100-074D-8485-260A9A755A9E}">
      <dgm:prSet/>
      <dgm:spPr/>
      <dgm:t>
        <a:bodyPr/>
        <a:lstStyle/>
        <a:p>
          <a:endParaRPr lang="fr-FR"/>
        </a:p>
      </dgm:t>
    </dgm:pt>
    <dgm:pt modelId="{6E030F88-3081-1B4E-AE26-ED52B30A9034}">
      <dgm:prSet phldrT="[Texte]"/>
      <dgm:spPr/>
      <dgm:t>
        <a:bodyPr/>
        <a:lstStyle/>
        <a:p>
          <a:endParaRPr lang="fr-FR" dirty="0"/>
        </a:p>
      </dgm:t>
    </dgm:pt>
    <dgm:pt modelId="{9BB84749-CE16-4B4B-801E-4FC7954F18FD}" type="parTrans" cxnId="{30D951D9-88E6-C643-B6C8-435A7D2BB809}">
      <dgm:prSet/>
      <dgm:spPr/>
      <dgm:t>
        <a:bodyPr/>
        <a:lstStyle/>
        <a:p>
          <a:endParaRPr lang="fr-FR"/>
        </a:p>
      </dgm:t>
    </dgm:pt>
    <dgm:pt modelId="{DFD00222-0178-0D47-942C-F49EC8C928BB}" type="sibTrans" cxnId="{30D951D9-88E6-C643-B6C8-435A7D2BB809}">
      <dgm:prSet/>
      <dgm:spPr/>
      <dgm:t>
        <a:bodyPr/>
        <a:lstStyle/>
        <a:p>
          <a:endParaRPr lang="fr-FR"/>
        </a:p>
      </dgm:t>
    </dgm:pt>
    <dgm:pt modelId="{E0905EDC-D204-2D47-9601-C3B6CC87A72E}">
      <dgm:prSet phldrT="[Texte]"/>
      <dgm:spPr/>
      <dgm:t>
        <a:bodyPr/>
        <a:lstStyle/>
        <a:p>
          <a:endParaRPr lang="fr-FR" dirty="0"/>
        </a:p>
      </dgm:t>
    </dgm:pt>
    <dgm:pt modelId="{98DEDD1A-6722-9B4A-A694-F845785BFB08}" type="parTrans" cxnId="{F0877715-5E5E-5B4E-A175-7D28318E5D8B}">
      <dgm:prSet/>
      <dgm:spPr/>
      <dgm:t>
        <a:bodyPr/>
        <a:lstStyle/>
        <a:p>
          <a:endParaRPr lang="fr-FR"/>
        </a:p>
      </dgm:t>
    </dgm:pt>
    <dgm:pt modelId="{EA6A6650-064A-2A43-9110-F82A7DC2CAF2}" type="sibTrans" cxnId="{F0877715-5E5E-5B4E-A175-7D28318E5D8B}">
      <dgm:prSet/>
      <dgm:spPr/>
      <dgm:t>
        <a:bodyPr/>
        <a:lstStyle/>
        <a:p>
          <a:endParaRPr lang="fr-FR"/>
        </a:p>
      </dgm:t>
    </dgm:pt>
    <dgm:pt modelId="{363A65A3-FCCB-B94B-B54F-9706A3513954}">
      <dgm:prSet phldrT="[Texte]"/>
      <dgm:spPr/>
      <dgm:t>
        <a:bodyPr/>
        <a:lstStyle/>
        <a:p>
          <a:endParaRPr lang="fr-FR" dirty="0"/>
        </a:p>
      </dgm:t>
    </dgm:pt>
    <dgm:pt modelId="{8DDDE5D3-F409-4D43-8A3C-CC1F3D9016B4}" type="parTrans" cxnId="{1D30E353-8EE9-8D4F-9D4F-3F28074A8BB9}">
      <dgm:prSet/>
      <dgm:spPr/>
      <dgm:t>
        <a:bodyPr/>
        <a:lstStyle/>
        <a:p>
          <a:endParaRPr lang="fr-FR"/>
        </a:p>
      </dgm:t>
    </dgm:pt>
    <dgm:pt modelId="{051940A8-347A-8349-89F5-9960855D7393}" type="sibTrans" cxnId="{1D30E353-8EE9-8D4F-9D4F-3F28074A8BB9}">
      <dgm:prSet/>
      <dgm:spPr/>
      <dgm:t>
        <a:bodyPr/>
        <a:lstStyle/>
        <a:p>
          <a:endParaRPr lang="fr-FR"/>
        </a:p>
      </dgm:t>
    </dgm:pt>
    <dgm:pt modelId="{CB37343C-F1D3-9145-8E05-923EAD1AADEB}" type="pres">
      <dgm:prSet presAssocID="{269582AE-FE01-E64A-8617-A537F0632750}" presName="linearFlow" presStyleCnt="0">
        <dgm:presLayoutVars>
          <dgm:dir/>
          <dgm:animLvl val="lvl"/>
          <dgm:resizeHandles val="exact"/>
        </dgm:presLayoutVars>
      </dgm:prSet>
      <dgm:spPr/>
    </dgm:pt>
    <dgm:pt modelId="{E8D7CA13-C56C-6346-A6AB-5CDBF68B3816}" type="pres">
      <dgm:prSet presAssocID="{56E6BCEE-527C-0048-B5A9-3B024E8E14CC}" presName="composite" presStyleCnt="0"/>
      <dgm:spPr/>
    </dgm:pt>
    <dgm:pt modelId="{9B9DF306-A781-8544-AFB9-74BE9BD71E17}" type="pres">
      <dgm:prSet presAssocID="{56E6BCEE-527C-0048-B5A9-3B024E8E14CC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63A66D7-0822-BA4A-907B-FCFD43D88579}" type="pres">
      <dgm:prSet presAssocID="{56E6BCEE-527C-0048-B5A9-3B024E8E14CC}" presName="parSh" presStyleLbl="node1" presStyleIdx="0" presStyleCnt="3"/>
      <dgm:spPr/>
    </dgm:pt>
    <dgm:pt modelId="{086154B4-A25F-F142-B38F-883D22E4D5DC}" type="pres">
      <dgm:prSet presAssocID="{56E6BCEE-527C-0048-B5A9-3B024E8E14CC}" presName="desTx" presStyleLbl="fgAcc1" presStyleIdx="0" presStyleCnt="3">
        <dgm:presLayoutVars>
          <dgm:bulletEnabled val="1"/>
        </dgm:presLayoutVars>
      </dgm:prSet>
      <dgm:spPr/>
    </dgm:pt>
    <dgm:pt modelId="{94B70273-39A2-814E-B907-8956AE0E8C76}" type="pres">
      <dgm:prSet presAssocID="{C521BD0F-C6D8-664B-AB60-2728E1C13A2A}" presName="sibTrans" presStyleLbl="sibTrans2D1" presStyleIdx="0" presStyleCnt="2"/>
      <dgm:spPr/>
    </dgm:pt>
    <dgm:pt modelId="{7ABA4802-FE3A-D641-99BA-D37C887D50EC}" type="pres">
      <dgm:prSet presAssocID="{C521BD0F-C6D8-664B-AB60-2728E1C13A2A}" presName="connTx" presStyleLbl="sibTrans2D1" presStyleIdx="0" presStyleCnt="2"/>
      <dgm:spPr/>
    </dgm:pt>
    <dgm:pt modelId="{86371A71-893D-514F-B09D-26E94DC8162E}" type="pres">
      <dgm:prSet presAssocID="{A879F69D-D5C2-2043-B2FA-C2CD605FF4BD}" presName="composite" presStyleCnt="0"/>
      <dgm:spPr/>
    </dgm:pt>
    <dgm:pt modelId="{8265E5DF-B91D-024D-877A-CE3AC7417C2F}" type="pres">
      <dgm:prSet presAssocID="{A879F69D-D5C2-2043-B2FA-C2CD605FF4BD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99A251C-ECB3-F143-BBE1-7300E5ED1D6E}" type="pres">
      <dgm:prSet presAssocID="{A879F69D-D5C2-2043-B2FA-C2CD605FF4BD}" presName="parSh" presStyleLbl="node1" presStyleIdx="1" presStyleCnt="3"/>
      <dgm:spPr/>
    </dgm:pt>
    <dgm:pt modelId="{740BC69C-9371-274C-94A3-2C3C3A16824F}" type="pres">
      <dgm:prSet presAssocID="{A879F69D-D5C2-2043-B2FA-C2CD605FF4BD}" presName="desTx" presStyleLbl="fgAcc1" presStyleIdx="1" presStyleCnt="3">
        <dgm:presLayoutVars>
          <dgm:bulletEnabled val="1"/>
        </dgm:presLayoutVars>
      </dgm:prSet>
      <dgm:spPr/>
    </dgm:pt>
    <dgm:pt modelId="{FE5C7929-41C2-A94D-8C13-696365677223}" type="pres">
      <dgm:prSet presAssocID="{2BFCD8CB-9789-114F-90F6-01D176FA811C}" presName="sibTrans" presStyleLbl="sibTrans2D1" presStyleIdx="1" presStyleCnt="2"/>
      <dgm:spPr/>
    </dgm:pt>
    <dgm:pt modelId="{19959E5E-CE8C-4B42-878E-7A7BA11856B6}" type="pres">
      <dgm:prSet presAssocID="{2BFCD8CB-9789-114F-90F6-01D176FA811C}" presName="connTx" presStyleLbl="sibTrans2D1" presStyleIdx="1" presStyleCnt="2"/>
      <dgm:spPr/>
    </dgm:pt>
    <dgm:pt modelId="{60425A09-927E-7048-9E5A-A6D4BE419CDD}" type="pres">
      <dgm:prSet presAssocID="{1296731A-38EC-C948-AEE7-8CD1D3EB0C20}" presName="composite" presStyleCnt="0"/>
      <dgm:spPr/>
    </dgm:pt>
    <dgm:pt modelId="{1B32835E-B637-9A42-B8F3-E9EF3C95C616}" type="pres">
      <dgm:prSet presAssocID="{1296731A-38EC-C948-AEE7-8CD1D3EB0C20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5253574-78CE-B443-A8A4-C4566A8755B1}" type="pres">
      <dgm:prSet presAssocID="{1296731A-38EC-C948-AEE7-8CD1D3EB0C20}" presName="parSh" presStyleLbl="node1" presStyleIdx="2" presStyleCnt="3"/>
      <dgm:spPr/>
    </dgm:pt>
    <dgm:pt modelId="{ADAB206D-1641-F247-9F78-9CB6A14B185E}" type="pres">
      <dgm:prSet presAssocID="{1296731A-38EC-C948-AEE7-8CD1D3EB0C20}" presName="desTx" presStyleLbl="fgAcc1" presStyleIdx="2" presStyleCnt="3">
        <dgm:presLayoutVars>
          <dgm:bulletEnabled val="1"/>
        </dgm:presLayoutVars>
      </dgm:prSet>
      <dgm:spPr/>
    </dgm:pt>
  </dgm:ptLst>
  <dgm:cxnLst>
    <dgm:cxn modelId="{F0877715-5E5E-5B4E-A175-7D28318E5D8B}" srcId="{A879F69D-D5C2-2043-B2FA-C2CD605FF4BD}" destId="{E0905EDC-D204-2D47-9601-C3B6CC87A72E}" srcOrd="2" destOrd="0" parTransId="{98DEDD1A-6722-9B4A-A694-F845785BFB08}" sibTransId="{EA6A6650-064A-2A43-9110-F82A7DC2CAF2}"/>
    <dgm:cxn modelId="{BE695619-1ADC-0E47-9161-FD6904212913}" type="presOf" srcId="{56E6BCEE-527C-0048-B5A9-3B024E8E14CC}" destId="{9B9DF306-A781-8544-AFB9-74BE9BD71E17}" srcOrd="0" destOrd="0" presId="urn:microsoft.com/office/officeart/2005/8/layout/process3"/>
    <dgm:cxn modelId="{3C9A2522-9503-6643-8660-00A2F0472944}" type="presOf" srcId="{6E030F88-3081-1B4E-AE26-ED52B30A9034}" destId="{740BC69C-9371-274C-94A3-2C3C3A16824F}" srcOrd="0" destOrd="3" presId="urn:microsoft.com/office/officeart/2005/8/layout/process3"/>
    <dgm:cxn modelId="{76348534-50BA-FB47-A657-746D4A95723F}" srcId="{A879F69D-D5C2-2043-B2FA-C2CD605FF4BD}" destId="{756DF598-EB28-0B4C-B659-6604E4173A98}" srcOrd="0" destOrd="0" parTransId="{F228A725-69E4-E940-A6EC-11149E94DF9E}" sibTransId="{249A2871-05A5-F046-AFB9-7B573133BE92}"/>
    <dgm:cxn modelId="{C13A0645-7CF3-A947-840A-B6974543B707}" type="presOf" srcId="{E0905EDC-D204-2D47-9601-C3B6CC87A72E}" destId="{740BC69C-9371-274C-94A3-2C3C3A16824F}" srcOrd="0" destOrd="2" presId="urn:microsoft.com/office/officeart/2005/8/layout/process3"/>
    <dgm:cxn modelId="{1D30E353-8EE9-8D4F-9D4F-3F28074A8BB9}" srcId="{A879F69D-D5C2-2043-B2FA-C2CD605FF4BD}" destId="{363A65A3-FCCB-B94B-B54F-9706A3513954}" srcOrd="1" destOrd="0" parTransId="{8DDDE5D3-F409-4D43-8A3C-CC1F3D9016B4}" sibTransId="{051940A8-347A-8349-89F5-9960855D7393}"/>
    <dgm:cxn modelId="{1B375963-BEA1-E840-A867-6EA88550E8F9}" type="presOf" srcId="{1296731A-38EC-C948-AEE7-8CD1D3EB0C20}" destId="{55253574-78CE-B443-A8A4-C4566A8755B1}" srcOrd="1" destOrd="0" presId="urn:microsoft.com/office/officeart/2005/8/layout/process3"/>
    <dgm:cxn modelId="{4B80E566-CE75-8948-8E16-F01DA1E061FB}" type="presOf" srcId="{C521BD0F-C6D8-664B-AB60-2728E1C13A2A}" destId="{94B70273-39A2-814E-B907-8956AE0E8C76}" srcOrd="0" destOrd="0" presId="urn:microsoft.com/office/officeart/2005/8/layout/process3"/>
    <dgm:cxn modelId="{C3D52668-EE6B-2047-B3F1-80E8C204CA72}" type="presOf" srcId="{C521BD0F-C6D8-664B-AB60-2728E1C13A2A}" destId="{7ABA4802-FE3A-D641-99BA-D37C887D50EC}" srcOrd="1" destOrd="0" presId="urn:microsoft.com/office/officeart/2005/8/layout/process3"/>
    <dgm:cxn modelId="{5F35BC68-A9E4-C447-844A-7F8B22BC3AAD}" type="presOf" srcId="{756DF598-EB28-0B4C-B659-6604E4173A98}" destId="{740BC69C-9371-274C-94A3-2C3C3A16824F}" srcOrd="0" destOrd="0" presId="urn:microsoft.com/office/officeart/2005/8/layout/process3"/>
    <dgm:cxn modelId="{77448977-F60D-0046-8A80-DCCA2A5F065D}" type="presOf" srcId="{56E6BCEE-527C-0048-B5A9-3B024E8E14CC}" destId="{E63A66D7-0822-BA4A-907B-FCFD43D88579}" srcOrd="1" destOrd="0" presId="urn:microsoft.com/office/officeart/2005/8/layout/process3"/>
    <dgm:cxn modelId="{1EF17D79-E806-1E49-B118-5BD795D792D2}" type="presOf" srcId="{A879F69D-D5C2-2043-B2FA-C2CD605FF4BD}" destId="{B99A251C-ECB3-F143-BBE1-7300E5ED1D6E}" srcOrd="1" destOrd="0" presId="urn:microsoft.com/office/officeart/2005/8/layout/process3"/>
    <dgm:cxn modelId="{E7298F85-C7C9-8D4F-87BC-022442AC2488}" srcId="{269582AE-FE01-E64A-8617-A537F0632750}" destId="{56E6BCEE-527C-0048-B5A9-3B024E8E14CC}" srcOrd="0" destOrd="0" parTransId="{9904BE66-21EC-C344-A6A8-A7F6FDE7F451}" sibTransId="{C521BD0F-C6D8-664B-AB60-2728E1C13A2A}"/>
    <dgm:cxn modelId="{9C6D0D87-03EF-9D43-8642-E55A6FAE209F}" type="presOf" srcId="{D66BDF41-BD61-5441-BBE8-090C48665232}" destId="{086154B4-A25F-F142-B38F-883D22E4D5DC}" srcOrd="0" destOrd="1" presId="urn:microsoft.com/office/officeart/2005/8/layout/process3"/>
    <dgm:cxn modelId="{65A51789-C791-B54D-86F2-AB812711F90D}" type="presOf" srcId="{269582AE-FE01-E64A-8617-A537F0632750}" destId="{CB37343C-F1D3-9145-8E05-923EAD1AADEB}" srcOrd="0" destOrd="0" presId="urn:microsoft.com/office/officeart/2005/8/layout/process3"/>
    <dgm:cxn modelId="{D440ED8E-8B23-A943-BEC8-46EC8CFEB26F}" srcId="{56E6BCEE-527C-0048-B5A9-3B024E8E14CC}" destId="{D66BDF41-BD61-5441-BBE8-090C48665232}" srcOrd="1" destOrd="0" parTransId="{5E1A6152-0F90-F646-B5C0-B4E688AC2292}" sibTransId="{BECDE354-B7F4-B142-991C-C94F35B53781}"/>
    <dgm:cxn modelId="{A294C6A5-6C7F-AC4F-A7FE-30CB7ACA233A}" srcId="{269582AE-FE01-E64A-8617-A537F0632750}" destId="{1296731A-38EC-C948-AEE7-8CD1D3EB0C20}" srcOrd="2" destOrd="0" parTransId="{D4FBFD85-1E98-6849-BB9E-E0593B3E8166}" sibTransId="{F18DEB3B-9573-C44F-BB66-65863F7C6180}"/>
    <dgm:cxn modelId="{A209F1A7-E54F-AE43-BA92-0CA3AEEB6661}" type="presOf" srcId="{363A65A3-FCCB-B94B-B54F-9706A3513954}" destId="{740BC69C-9371-274C-94A3-2C3C3A16824F}" srcOrd="0" destOrd="1" presId="urn:microsoft.com/office/officeart/2005/8/layout/process3"/>
    <dgm:cxn modelId="{E5268DAB-054C-1D4A-A68B-A463BD433472}" type="presOf" srcId="{2A2DF048-3AED-1448-B17D-EF2DC0BC2872}" destId="{ADAB206D-1641-F247-9F78-9CB6A14B185E}" srcOrd="0" destOrd="0" presId="urn:microsoft.com/office/officeart/2005/8/layout/process3"/>
    <dgm:cxn modelId="{F2E633B0-8A3E-0E4B-8BEE-7AC7CAA0DF96}" srcId="{56E6BCEE-527C-0048-B5A9-3B024E8E14CC}" destId="{8F7DDDA2-9ADA-F947-82C4-C7B7F62F94CD}" srcOrd="0" destOrd="0" parTransId="{BFDD6F85-F3AA-4642-9630-504BB17D08C8}" sibTransId="{A33244F8-8421-2645-809F-73F1019DEFF6}"/>
    <dgm:cxn modelId="{652D5AB1-4799-4743-B594-7CC08891CA3E}" type="presOf" srcId="{1296731A-38EC-C948-AEE7-8CD1D3EB0C20}" destId="{1B32835E-B637-9A42-B8F3-E9EF3C95C616}" srcOrd="0" destOrd="0" presId="urn:microsoft.com/office/officeart/2005/8/layout/process3"/>
    <dgm:cxn modelId="{D55B92BF-3100-074D-8485-260A9A755A9E}" srcId="{1296731A-38EC-C948-AEE7-8CD1D3EB0C20}" destId="{2A2DF048-3AED-1448-B17D-EF2DC0BC2872}" srcOrd="0" destOrd="0" parTransId="{64B93A2E-3D67-3442-8C31-96FE066604B0}" sibTransId="{B82F91C8-FD47-8148-ABCF-8592E2EF3B1E}"/>
    <dgm:cxn modelId="{0FB635CD-28EE-0D4D-8453-C6B2D85F6347}" type="presOf" srcId="{2BFCD8CB-9789-114F-90F6-01D176FA811C}" destId="{FE5C7929-41C2-A94D-8C13-696365677223}" srcOrd="0" destOrd="0" presId="urn:microsoft.com/office/officeart/2005/8/layout/process3"/>
    <dgm:cxn modelId="{4E9296D1-31EF-7B42-A57B-FF672C3E4FBA}" type="presOf" srcId="{A879F69D-D5C2-2043-B2FA-C2CD605FF4BD}" destId="{8265E5DF-B91D-024D-877A-CE3AC7417C2F}" srcOrd="0" destOrd="0" presId="urn:microsoft.com/office/officeart/2005/8/layout/process3"/>
    <dgm:cxn modelId="{30D951D9-88E6-C643-B6C8-435A7D2BB809}" srcId="{A879F69D-D5C2-2043-B2FA-C2CD605FF4BD}" destId="{6E030F88-3081-1B4E-AE26-ED52B30A9034}" srcOrd="3" destOrd="0" parTransId="{9BB84749-CE16-4B4B-801E-4FC7954F18FD}" sibTransId="{DFD00222-0178-0D47-942C-F49EC8C928BB}"/>
    <dgm:cxn modelId="{40217DDC-A44D-FF42-955B-5BE7BBF0B99D}" type="presOf" srcId="{8F7DDDA2-9ADA-F947-82C4-C7B7F62F94CD}" destId="{086154B4-A25F-F142-B38F-883D22E4D5DC}" srcOrd="0" destOrd="0" presId="urn:microsoft.com/office/officeart/2005/8/layout/process3"/>
    <dgm:cxn modelId="{973B63F6-E26D-DB43-838C-6D68C5393CB3}" srcId="{269582AE-FE01-E64A-8617-A537F0632750}" destId="{A879F69D-D5C2-2043-B2FA-C2CD605FF4BD}" srcOrd="1" destOrd="0" parTransId="{C78E520D-9633-1C45-890E-739FF7E6894E}" sibTransId="{2BFCD8CB-9789-114F-90F6-01D176FA811C}"/>
    <dgm:cxn modelId="{78B52AFD-20F1-D74B-966E-19D727AF3D8B}" type="presOf" srcId="{2BFCD8CB-9789-114F-90F6-01D176FA811C}" destId="{19959E5E-CE8C-4B42-878E-7A7BA11856B6}" srcOrd="1" destOrd="0" presId="urn:microsoft.com/office/officeart/2005/8/layout/process3"/>
    <dgm:cxn modelId="{9E5E0F3F-291D-7348-A9C8-CD8538990968}" type="presParOf" srcId="{CB37343C-F1D3-9145-8E05-923EAD1AADEB}" destId="{E8D7CA13-C56C-6346-A6AB-5CDBF68B3816}" srcOrd="0" destOrd="0" presId="urn:microsoft.com/office/officeart/2005/8/layout/process3"/>
    <dgm:cxn modelId="{A7EE64EC-6C13-EE49-85BB-5ED90896DCDF}" type="presParOf" srcId="{E8D7CA13-C56C-6346-A6AB-5CDBF68B3816}" destId="{9B9DF306-A781-8544-AFB9-74BE9BD71E17}" srcOrd="0" destOrd="0" presId="urn:microsoft.com/office/officeart/2005/8/layout/process3"/>
    <dgm:cxn modelId="{B105D09D-7EE2-924C-BBC3-1B8F3C8C1EC9}" type="presParOf" srcId="{E8D7CA13-C56C-6346-A6AB-5CDBF68B3816}" destId="{E63A66D7-0822-BA4A-907B-FCFD43D88579}" srcOrd="1" destOrd="0" presId="urn:microsoft.com/office/officeart/2005/8/layout/process3"/>
    <dgm:cxn modelId="{76C7D186-D1D2-9C4B-8D8A-8D83900304B7}" type="presParOf" srcId="{E8D7CA13-C56C-6346-A6AB-5CDBF68B3816}" destId="{086154B4-A25F-F142-B38F-883D22E4D5DC}" srcOrd="2" destOrd="0" presId="urn:microsoft.com/office/officeart/2005/8/layout/process3"/>
    <dgm:cxn modelId="{28D40A7C-08C9-6C43-B852-413467C467FB}" type="presParOf" srcId="{CB37343C-F1D3-9145-8E05-923EAD1AADEB}" destId="{94B70273-39A2-814E-B907-8956AE0E8C76}" srcOrd="1" destOrd="0" presId="urn:microsoft.com/office/officeart/2005/8/layout/process3"/>
    <dgm:cxn modelId="{811722F8-6289-E64B-8D60-BD9E07AB9439}" type="presParOf" srcId="{94B70273-39A2-814E-B907-8956AE0E8C76}" destId="{7ABA4802-FE3A-D641-99BA-D37C887D50EC}" srcOrd="0" destOrd="0" presId="urn:microsoft.com/office/officeart/2005/8/layout/process3"/>
    <dgm:cxn modelId="{518ADF5D-726B-5B4A-A5E7-85C5387EE292}" type="presParOf" srcId="{CB37343C-F1D3-9145-8E05-923EAD1AADEB}" destId="{86371A71-893D-514F-B09D-26E94DC8162E}" srcOrd="2" destOrd="0" presId="urn:microsoft.com/office/officeart/2005/8/layout/process3"/>
    <dgm:cxn modelId="{76B4B7B3-9AA9-2349-B74F-1BD55CC06BEB}" type="presParOf" srcId="{86371A71-893D-514F-B09D-26E94DC8162E}" destId="{8265E5DF-B91D-024D-877A-CE3AC7417C2F}" srcOrd="0" destOrd="0" presId="urn:microsoft.com/office/officeart/2005/8/layout/process3"/>
    <dgm:cxn modelId="{A63387D9-C28C-344F-8198-7090AD1D8257}" type="presParOf" srcId="{86371A71-893D-514F-B09D-26E94DC8162E}" destId="{B99A251C-ECB3-F143-BBE1-7300E5ED1D6E}" srcOrd="1" destOrd="0" presId="urn:microsoft.com/office/officeart/2005/8/layout/process3"/>
    <dgm:cxn modelId="{A01F9AA8-D79F-D449-8268-5955F4BDBC5E}" type="presParOf" srcId="{86371A71-893D-514F-B09D-26E94DC8162E}" destId="{740BC69C-9371-274C-94A3-2C3C3A16824F}" srcOrd="2" destOrd="0" presId="urn:microsoft.com/office/officeart/2005/8/layout/process3"/>
    <dgm:cxn modelId="{5431F6EC-AC9E-164E-A7A8-F8BC2C819BDF}" type="presParOf" srcId="{CB37343C-F1D3-9145-8E05-923EAD1AADEB}" destId="{FE5C7929-41C2-A94D-8C13-696365677223}" srcOrd="3" destOrd="0" presId="urn:microsoft.com/office/officeart/2005/8/layout/process3"/>
    <dgm:cxn modelId="{6402B336-271E-EA4E-BB2E-472C96A0FD19}" type="presParOf" srcId="{FE5C7929-41C2-A94D-8C13-696365677223}" destId="{19959E5E-CE8C-4B42-878E-7A7BA11856B6}" srcOrd="0" destOrd="0" presId="urn:microsoft.com/office/officeart/2005/8/layout/process3"/>
    <dgm:cxn modelId="{3536140F-F8DE-EC45-8075-4E342A0D89F4}" type="presParOf" srcId="{CB37343C-F1D3-9145-8E05-923EAD1AADEB}" destId="{60425A09-927E-7048-9E5A-A6D4BE419CDD}" srcOrd="4" destOrd="0" presId="urn:microsoft.com/office/officeart/2005/8/layout/process3"/>
    <dgm:cxn modelId="{AD5196C0-519E-094C-ACDD-113FFE9AED88}" type="presParOf" srcId="{60425A09-927E-7048-9E5A-A6D4BE419CDD}" destId="{1B32835E-B637-9A42-B8F3-E9EF3C95C616}" srcOrd="0" destOrd="0" presId="urn:microsoft.com/office/officeart/2005/8/layout/process3"/>
    <dgm:cxn modelId="{6D43F291-EA1A-7B4D-ACF5-97A84224FAE8}" type="presParOf" srcId="{60425A09-927E-7048-9E5A-A6D4BE419CDD}" destId="{55253574-78CE-B443-A8A4-C4566A8755B1}" srcOrd="1" destOrd="0" presId="urn:microsoft.com/office/officeart/2005/8/layout/process3"/>
    <dgm:cxn modelId="{EF52435C-A050-684F-97E8-9B466F4D1850}" type="presParOf" srcId="{60425A09-927E-7048-9E5A-A6D4BE419CDD}" destId="{ADAB206D-1641-F247-9F78-9CB6A14B185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D1E67E-C22D-AE48-BFB2-027E37379AB3}" type="doc">
      <dgm:prSet loTypeId="urn:microsoft.com/office/officeart/2005/8/layout/equation2" loCatId="" qsTypeId="urn:microsoft.com/office/officeart/2005/8/quickstyle/simple1" qsCatId="simple" csTypeId="urn:microsoft.com/office/officeart/2005/8/colors/accent1_2" csCatId="accent1" phldr="1"/>
      <dgm:spPr/>
    </dgm:pt>
    <dgm:pt modelId="{50C3292F-240B-5B41-93BA-D08F0A9C777A}">
      <dgm:prSet phldrT="[Texte]" custT="1"/>
      <dgm:spPr/>
      <dgm:t>
        <a:bodyPr/>
        <a:lstStyle/>
        <a:p>
          <a:r>
            <a:rPr lang="fr-FR" sz="1800" dirty="0" err="1"/>
            <a:t>df_erp</a:t>
          </a:r>
          <a:endParaRPr lang="fr-FR" sz="1800" dirty="0"/>
        </a:p>
      </dgm:t>
    </dgm:pt>
    <dgm:pt modelId="{8B8C6385-CA01-754A-9C9F-4799FFFB0B27}" type="parTrans" cxnId="{B26579A9-2375-F143-A909-BDF2ABD01EFF}">
      <dgm:prSet/>
      <dgm:spPr/>
      <dgm:t>
        <a:bodyPr/>
        <a:lstStyle/>
        <a:p>
          <a:endParaRPr lang="fr-FR"/>
        </a:p>
      </dgm:t>
    </dgm:pt>
    <dgm:pt modelId="{59B38002-DFE3-764E-83CC-774184C31330}" type="sibTrans" cxnId="{B26579A9-2375-F143-A909-BDF2ABD01EFF}">
      <dgm:prSet/>
      <dgm:spPr/>
      <dgm:t>
        <a:bodyPr/>
        <a:lstStyle/>
        <a:p>
          <a:endParaRPr lang="fr-FR"/>
        </a:p>
      </dgm:t>
    </dgm:pt>
    <dgm:pt modelId="{BFDC447C-90BF-7D46-871B-7991EF1F5152}">
      <dgm:prSet phldrT="[Texte]" custT="1"/>
      <dgm:spPr/>
      <dgm:t>
        <a:bodyPr/>
        <a:lstStyle/>
        <a:p>
          <a:r>
            <a:rPr lang="fr-FR" sz="1800" dirty="0" err="1"/>
            <a:t>df_liaison</a:t>
          </a:r>
          <a:endParaRPr lang="fr-FR" sz="1800" dirty="0"/>
        </a:p>
      </dgm:t>
    </dgm:pt>
    <dgm:pt modelId="{1E5D88F7-C822-3B40-BCBC-4E7BE68AF667}" type="parTrans" cxnId="{E6B0EC3F-BE7B-ED45-9B1A-7671A8C6E4DA}">
      <dgm:prSet/>
      <dgm:spPr/>
      <dgm:t>
        <a:bodyPr/>
        <a:lstStyle/>
        <a:p>
          <a:endParaRPr lang="fr-FR"/>
        </a:p>
      </dgm:t>
    </dgm:pt>
    <dgm:pt modelId="{0E3E0AEB-6838-1F49-8F0B-E63684B6B9B8}" type="sibTrans" cxnId="{E6B0EC3F-BE7B-ED45-9B1A-7671A8C6E4DA}">
      <dgm:prSet/>
      <dgm:spPr/>
      <dgm:t>
        <a:bodyPr/>
        <a:lstStyle/>
        <a:p>
          <a:endParaRPr lang="fr-FR"/>
        </a:p>
      </dgm:t>
    </dgm:pt>
    <dgm:pt modelId="{30806DD7-A862-9641-968C-E4C13C89E8D4}">
      <dgm:prSet phldrT="[Texte]"/>
      <dgm:spPr/>
      <dgm:t>
        <a:bodyPr/>
        <a:lstStyle/>
        <a:p>
          <a:r>
            <a:rPr lang="fr-FR" dirty="0" err="1"/>
            <a:t>df_merge</a:t>
          </a:r>
          <a:endParaRPr lang="fr-FR" dirty="0"/>
        </a:p>
      </dgm:t>
    </dgm:pt>
    <dgm:pt modelId="{0D322158-1CF9-2541-831D-700CD1B34124}" type="parTrans" cxnId="{051094B6-8C06-D146-BC8D-CC7793686202}">
      <dgm:prSet/>
      <dgm:spPr/>
      <dgm:t>
        <a:bodyPr/>
        <a:lstStyle/>
        <a:p>
          <a:endParaRPr lang="fr-FR"/>
        </a:p>
      </dgm:t>
    </dgm:pt>
    <dgm:pt modelId="{013F5FC9-B8FF-2044-A8DD-B95718F2A3B0}" type="sibTrans" cxnId="{051094B6-8C06-D146-BC8D-CC7793686202}">
      <dgm:prSet/>
      <dgm:spPr/>
      <dgm:t>
        <a:bodyPr/>
        <a:lstStyle/>
        <a:p>
          <a:endParaRPr lang="fr-FR"/>
        </a:p>
      </dgm:t>
    </dgm:pt>
    <dgm:pt modelId="{2DC4EE30-4B49-6948-A876-5C23DA4EDB27}" type="pres">
      <dgm:prSet presAssocID="{D7D1E67E-C22D-AE48-BFB2-027E37379AB3}" presName="Name0" presStyleCnt="0">
        <dgm:presLayoutVars>
          <dgm:dir/>
          <dgm:resizeHandles val="exact"/>
        </dgm:presLayoutVars>
      </dgm:prSet>
      <dgm:spPr/>
    </dgm:pt>
    <dgm:pt modelId="{9BBC0379-164D-E24E-BEA6-E719AA22B241}" type="pres">
      <dgm:prSet presAssocID="{D7D1E67E-C22D-AE48-BFB2-027E37379AB3}" presName="vNodes" presStyleCnt="0"/>
      <dgm:spPr/>
    </dgm:pt>
    <dgm:pt modelId="{225C5413-B8AC-2C4A-A065-855EC0805A2F}" type="pres">
      <dgm:prSet presAssocID="{50C3292F-240B-5B41-93BA-D08F0A9C777A}" presName="node" presStyleLbl="node1" presStyleIdx="0" presStyleCnt="3">
        <dgm:presLayoutVars>
          <dgm:bulletEnabled val="1"/>
        </dgm:presLayoutVars>
      </dgm:prSet>
      <dgm:spPr/>
    </dgm:pt>
    <dgm:pt modelId="{6417F564-2DC1-4C48-B301-8F6FC52CF89F}" type="pres">
      <dgm:prSet presAssocID="{59B38002-DFE3-764E-83CC-774184C31330}" presName="spacerT" presStyleCnt="0"/>
      <dgm:spPr/>
    </dgm:pt>
    <dgm:pt modelId="{999B3CC5-D47E-B440-B611-44757E8337C3}" type="pres">
      <dgm:prSet presAssocID="{59B38002-DFE3-764E-83CC-774184C31330}" presName="sibTrans" presStyleLbl="sibTrans2D1" presStyleIdx="0" presStyleCnt="2"/>
      <dgm:spPr/>
    </dgm:pt>
    <dgm:pt modelId="{8C30D825-BEC8-FD49-B208-B8E556A7CEDF}" type="pres">
      <dgm:prSet presAssocID="{59B38002-DFE3-764E-83CC-774184C31330}" presName="spacerB" presStyleCnt="0"/>
      <dgm:spPr/>
    </dgm:pt>
    <dgm:pt modelId="{B922B584-A011-B44D-AB0B-0319A8637797}" type="pres">
      <dgm:prSet presAssocID="{BFDC447C-90BF-7D46-871B-7991EF1F5152}" presName="node" presStyleLbl="node1" presStyleIdx="1" presStyleCnt="3" custScaleX="118560">
        <dgm:presLayoutVars>
          <dgm:bulletEnabled val="1"/>
        </dgm:presLayoutVars>
      </dgm:prSet>
      <dgm:spPr/>
    </dgm:pt>
    <dgm:pt modelId="{71218AF3-3F91-284A-8971-89EFCDD57FD4}" type="pres">
      <dgm:prSet presAssocID="{D7D1E67E-C22D-AE48-BFB2-027E37379AB3}" presName="sibTransLast" presStyleLbl="sibTrans2D1" presStyleIdx="1" presStyleCnt="2"/>
      <dgm:spPr/>
    </dgm:pt>
    <dgm:pt modelId="{41734D48-D5A3-434F-9432-122ACF8E1A3A}" type="pres">
      <dgm:prSet presAssocID="{D7D1E67E-C22D-AE48-BFB2-027E37379AB3}" presName="connectorText" presStyleLbl="sibTrans2D1" presStyleIdx="1" presStyleCnt="2"/>
      <dgm:spPr/>
    </dgm:pt>
    <dgm:pt modelId="{8561DDEE-8E87-7E45-BC78-0CCF4E74CDA8}" type="pres">
      <dgm:prSet presAssocID="{D7D1E67E-C22D-AE48-BFB2-027E37379AB3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15DAF623-A504-4B49-934E-7378B21C3597}" type="presOf" srcId="{D7D1E67E-C22D-AE48-BFB2-027E37379AB3}" destId="{2DC4EE30-4B49-6948-A876-5C23DA4EDB27}" srcOrd="0" destOrd="0" presId="urn:microsoft.com/office/officeart/2005/8/layout/equation2"/>
    <dgm:cxn modelId="{E6B0EC3F-BE7B-ED45-9B1A-7671A8C6E4DA}" srcId="{D7D1E67E-C22D-AE48-BFB2-027E37379AB3}" destId="{BFDC447C-90BF-7D46-871B-7991EF1F5152}" srcOrd="1" destOrd="0" parTransId="{1E5D88F7-C822-3B40-BCBC-4E7BE68AF667}" sibTransId="{0E3E0AEB-6838-1F49-8F0B-E63684B6B9B8}"/>
    <dgm:cxn modelId="{DA971754-B0DD-CE4A-AC9B-1ACC37198876}" type="presOf" srcId="{59B38002-DFE3-764E-83CC-774184C31330}" destId="{999B3CC5-D47E-B440-B611-44757E8337C3}" srcOrd="0" destOrd="0" presId="urn:microsoft.com/office/officeart/2005/8/layout/equation2"/>
    <dgm:cxn modelId="{50D8B672-25DA-DE4A-A6BA-6C30AB0AA539}" type="presOf" srcId="{0E3E0AEB-6838-1F49-8F0B-E63684B6B9B8}" destId="{71218AF3-3F91-284A-8971-89EFCDD57FD4}" srcOrd="0" destOrd="0" presId="urn:microsoft.com/office/officeart/2005/8/layout/equation2"/>
    <dgm:cxn modelId="{DBD8C982-219D-1E48-9428-13038A685E30}" type="presOf" srcId="{30806DD7-A862-9641-968C-E4C13C89E8D4}" destId="{8561DDEE-8E87-7E45-BC78-0CCF4E74CDA8}" srcOrd="0" destOrd="0" presId="urn:microsoft.com/office/officeart/2005/8/layout/equation2"/>
    <dgm:cxn modelId="{B26579A9-2375-F143-A909-BDF2ABD01EFF}" srcId="{D7D1E67E-C22D-AE48-BFB2-027E37379AB3}" destId="{50C3292F-240B-5B41-93BA-D08F0A9C777A}" srcOrd="0" destOrd="0" parTransId="{8B8C6385-CA01-754A-9C9F-4799FFFB0B27}" sibTransId="{59B38002-DFE3-764E-83CC-774184C31330}"/>
    <dgm:cxn modelId="{225477B4-0C8D-4B4B-853D-753D14D3D4FC}" type="presOf" srcId="{BFDC447C-90BF-7D46-871B-7991EF1F5152}" destId="{B922B584-A011-B44D-AB0B-0319A8637797}" srcOrd="0" destOrd="0" presId="urn:microsoft.com/office/officeart/2005/8/layout/equation2"/>
    <dgm:cxn modelId="{B4AF91B5-8D2F-684D-947C-5E7D6B942E2F}" type="presOf" srcId="{0E3E0AEB-6838-1F49-8F0B-E63684B6B9B8}" destId="{41734D48-D5A3-434F-9432-122ACF8E1A3A}" srcOrd="1" destOrd="0" presId="urn:microsoft.com/office/officeart/2005/8/layout/equation2"/>
    <dgm:cxn modelId="{051094B6-8C06-D146-BC8D-CC7793686202}" srcId="{D7D1E67E-C22D-AE48-BFB2-027E37379AB3}" destId="{30806DD7-A862-9641-968C-E4C13C89E8D4}" srcOrd="2" destOrd="0" parTransId="{0D322158-1CF9-2541-831D-700CD1B34124}" sibTransId="{013F5FC9-B8FF-2044-A8DD-B95718F2A3B0}"/>
    <dgm:cxn modelId="{AB2A8BD1-405C-FB43-9410-48AB69D95C03}" type="presOf" srcId="{50C3292F-240B-5B41-93BA-D08F0A9C777A}" destId="{225C5413-B8AC-2C4A-A065-855EC0805A2F}" srcOrd="0" destOrd="0" presId="urn:microsoft.com/office/officeart/2005/8/layout/equation2"/>
    <dgm:cxn modelId="{42133D56-926E-E94A-9E6B-657A76FBE1F0}" type="presParOf" srcId="{2DC4EE30-4B49-6948-A876-5C23DA4EDB27}" destId="{9BBC0379-164D-E24E-BEA6-E719AA22B241}" srcOrd="0" destOrd="0" presId="urn:microsoft.com/office/officeart/2005/8/layout/equation2"/>
    <dgm:cxn modelId="{5F3C071F-D6D8-4F40-A897-5D913AF04454}" type="presParOf" srcId="{9BBC0379-164D-E24E-BEA6-E719AA22B241}" destId="{225C5413-B8AC-2C4A-A065-855EC0805A2F}" srcOrd="0" destOrd="0" presId="urn:microsoft.com/office/officeart/2005/8/layout/equation2"/>
    <dgm:cxn modelId="{1AFAD300-8B68-5B4A-B542-E9EC273F2183}" type="presParOf" srcId="{9BBC0379-164D-E24E-BEA6-E719AA22B241}" destId="{6417F564-2DC1-4C48-B301-8F6FC52CF89F}" srcOrd="1" destOrd="0" presId="urn:microsoft.com/office/officeart/2005/8/layout/equation2"/>
    <dgm:cxn modelId="{BEFF4328-D284-984A-AC86-115349C27241}" type="presParOf" srcId="{9BBC0379-164D-E24E-BEA6-E719AA22B241}" destId="{999B3CC5-D47E-B440-B611-44757E8337C3}" srcOrd="2" destOrd="0" presId="urn:microsoft.com/office/officeart/2005/8/layout/equation2"/>
    <dgm:cxn modelId="{0F5A486A-4B06-5748-BDC0-5ED6C1F718DB}" type="presParOf" srcId="{9BBC0379-164D-E24E-BEA6-E719AA22B241}" destId="{8C30D825-BEC8-FD49-B208-B8E556A7CEDF}" srcOrd="3" destOrd="0" presId="urn:microsoft.com/office/officeart/2005/8/layout/equation2"/>
    <dgm:cxn modelId="{CA98B419-1C56-8F4F-A708-9E4A8E8DAEE8}" type="presParOf" srcId="{9BBC0379-164D-E24E-BEA6-E719AA22B241}" destId="{B922B584-A011-B44D-AB0B-0319A8637797}" srcOrd="4" destOrd="0" presId="urn:microsoft.com/office/officeart/2005/8/layout/equation2"/>
    <dgm:cxn modelId="{CB83BE83-6A85-184F-8282-815EE2F4F4D6}" type="presParOf" srcId="{2DC4EE30-4B49-6948-A876-5C23DA4EDB27}" destId="{71218AF3-3F91-284A-8971-89EFCDD57FD4}" srcOrd="1" destOrd="0" presId="urn:microsoft.com/office/officeart/2005/8/layout/equation2"/>
    <dgm:cxn modelId="{B4153814-FBDE-E948-AA3B-1269980BEF8F}" type="presParOf" srcId="{71218AF3-3F91-284A-8971-89EFCDD57FD4}" destId="{41734D48-D5A3-434F-9432-122ACF8E1A3A}" srcOrd="0" destOrd="0" presId="urn:microsoft.com/office/officeart/2005/8/layout/equation2"/>
    <dgm:cxn modelId="{8A7A4749-6202-AF46-95E4-8928DC33AC46}" type="presParOf" srcId="{2DC4EE30-4B49-6948-A876-5C23DA4EDB27}" destId="{8561DDEE-8E87-7E45-BC78-0CCF4E74CDA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D1E67E-C22D-AE48-BFB2-027E37379AB3}" type="doc">
      <dgm:prSet loTypeId="urn:microsoft.com/office/officeart/2005/8/layout/equation2" loCatId="" qsTypeId="urn:microsoft.com/office/officeart/2005/8/quickstyle/simple1" qsCatId="simple" csTypeId="urn:microsoft.com/office/officeart/2005/8/colors/accent1_2" csCatId="accent1" phldr="1"/>
      <dgm:spPr/>
    </dgm:pt>
    <dgm:pt modelId="{50C3292F-240B-5B41-93BA-D08F0A9C777A}">
      <dgm:prSet phldrT="[Texte]" custT="1"/>
      <dgm:spPr/>
      <dgm:t>
        <a:bodyPr/>
        <a:lstStyle/>
        <a:p>
          <a:r>
            <a:rPr lang="fr-FR" sz="1800" dirty="0" err="1"/>
            <a:t>df_merge</a:t>
          </a:r>
          <a:endParaRPr lang="fr-FR" sz="1800" dirty="0"/>
        </a:p>
      </dgm:t>
    </dgm:pt>
    <dgm:pt modelId="{8B8C6385-CA01-754A-9C9F-4799FFFB0B27}" type="parTrans" cxnId="{B26579A9-2375-F143-A909-BDF2ABD01EFF}">
      <dgm:prSet/>
      <dgm:spPr/>
      <dgm:t>
        <a:bodyPr/>
        <a:lstStyle/>
        <a:p>
          <a:endParaRPr lang="fr-FR"/>
        </a:p>
      </dgm:t>
    </dgm:pt>
    <dgm:pt modelId="{59B38002-DFE3-764E-83CC-774184C31330}" type="sibTrans" cxnId="{B26579A9-2375-F143-A909-BDF2ABD01EFF}">
      <dgm:prSet/>
      <dgm:spPr/>
      <dgm:t>
        <a:bodyPr/>
        <a:lstStyle/>
        <a:p>
          <a:endParaRPr lang="fr-FR"/>
        </a:p>
      </dgm:t>
    </dgm:pt>
    <dgm:pt modelId="{BFDC447C-90BF-7D46-871B-7991EF1F5152}">
      <dgm:prSet phldrT="[Texte]" custT="1"/>
      <dgm:spPr/>
      <dgm:t>
        <a:bodyPr/>
        <a:lstStyle/>
        <a:p>
          <a:r>
            <a:rPr lang="fr-FR" sz="1800" dirty="0" err="1"/>
            <a:t>df_web</a:t>
          </a:r>
          <a:endParaRPr lang="fr-FR" sz="1800" dirty="0"/>
        </a:p>
      </dgm:t>
    </dgm:pt>
    <dgm:pt modelId="{1E5D88F7-C822-3B40-BCBC-4E7BE68AF667}" type="parTrans" cxnId="{E6B0EC3F-BE7B-ED45-9B1A-7671A8C6E4DA}">
      <dgm:prSet/>
      <dgm:spPr/>
      <dgm:t>
        <a:bodyPr/>
        <a:lstStyle/>
        <a:p>
          <a:endParaRPr lang="fr-FR"/>
        </a:p>
      </dgm:t>
    </dgm:pt>
    <dgm:pt modelId="{0E3E0AEB-6838-1F49-8F0B-E63684B6B9B8}" type="sibTrans" cxnId="{E6B0EC3F-BE7B-ED45-9B1A-7671A8C6E4DA}">
      <dgm:prSet/>
      <dgm:spPr/>
      <dgm:t>
        <a:bodyPr/>
        <a:lstStyle/>
        <a:p>
          <a:endParaRPr lang="fr-FR"/>
        </a:p>
      </dgm:t>
    </dgm:pt>
    <dgm:pt modelId="{30806DD7-A862-9641-968C-E4C13C89E8D4}">
      <dgm:prSet phldrT="[Texte]"/>
      <dgm:spPr/>
      <dgm:t>
        <a:bodyPr/>
        <a:lstStyle/>
        <a:p>
          <a:r>
            <a:rPr lang="fr-FR" dirty="0" err="1"/>
            <a:t>df_combine</a:t>
          </a:r>
          <a:endParaRPr lang="fr-FR" dirty="0"/>
        </a:p>
      </dgm:t>
    </dgm:pt>
    <dgm:pt modelId="{0D322158-1CF9-2541-831D-700CD1B34124}" type="parTrans" cxnId="{051094B6-8C06-D146-BC8D-CC7793686202}">
      <dgm:prSet/>
      <dgm:spPr/>
      <dgm:t>
        <a:bodyPr/>
        <a:lstStyle/>
        <a:p>
          <a:endParaRPr lang="fr-FR"/>
        </a:p>
      </dgm:t>
    </dgm:pt>
    <dgm:pt modelId="{013F5FC9-B8FF-2044-A8DD-B95718F2A3B0}" type="sibTrans" cxnId="{051094B6-8C06-D146-BC8D-CC7793686202}">
      <dgm:prSet/>
      <dgm:spPr/>
      <dgm:t>
        <a:bodyPr/>
        <a:lstStyle/>
        <a:p>
          <a:endParaRPr lang="fr-FR"/>
        </a:p>
      </dgm:t>
    </dgm:pt>
    <dgm:pt modelId="{2DC4EE30-4B49-6948-A876-5C23DA4EDB27}" type="pres">
      <dgm:prSet presAssocID="{D7D1E67E-C22D-AE48-BFB2-027E37379AB3}" presName="Name0" presStyleCnt="0">
        <dgm:presLayoutVars>
          <dgm:dir/>
          <dgm:resizeHandles val="exact"/>
        </dgm:presLayoutVars>
      </dgm:prSet>
      <dgm:spPr/>
    </dgm:pt>
    <dgm:pt modelId="{9BBC0379-164D-E24E-BEA6-E719AA22B241}" type="pres">
      <dgm:prSet presAssocID="{D7D1E67E-C22D-AE48-BFB2-027E37379AB3}" presName="vNodes" presStyleCnt="0"/>
      <dgm:spPr/>
    </dgm:pt>
    <dgm:pt modelId="{225C5413-B8AC-2C4A-A065-855EC0805A2F}" type="pres">
      <dgm:prSet presAssocID="{50C3292F-240B-5B41-93BA-D08F0A9C777A}" presName="node" presStyleLbl="node1" presStyleIdx="0" presStyleCnt="3" custScaleX="126333">
        <dgm:presLayoutVars>
          <dgm:bulletEnabled val="1"/>
        </dgm:presLayoutVars>
      </dgm:prSet>
      <dgm:spPr/>
    </dgm:pt>
    <dgm:pt modelId="{6417F564-2DC1-4C48-B301-8F6FC52CF89F}" type="pres">
      <dgm:prSet presAssocID="{59B38002-DFE3-764E-83CC-774184C31330}" presName="spacerT" presStyleCnt="0"/>
      <dgm:spPr/>
    </dgm:pt>
    <dgm:pt modelId="{999B3CC5-D47E-B440-B611-44757E8337C3}" type="pres">
      <dgm:prSet presAssocID="{59B38002-DFE3-764E-83CC-774184C31330}" presName="sibTrans" presStyleLbl="sibTrans2D1" presStyleIdx="0" presStyleCnt="2"/>
      <dgm:spPr/>
    </dgm:pt>
    <dgm:pt modelId="{8C30D825-BEC8-FD49-B208-B8E556A7CEDF}" type="pres">
      <dgm:prSet presAssocID="{59B38002-DFE3-764E-83CC-774184C31330}" presName="spacerB" presStyleCnt="0"/>
      <dgm:spPr/>
    </dgm:pt>
    <dgm:pt modelId="{B922B584-A011-B44D-AB0B-0319A8637797}" type="pres">
      <dgm:prSet presAssocID="{BFDC447C-90BF-7D46-871B-7991EF1F5152}" presName="node" presStyleLbl="node1" presStyleIdx="1" presStyleCnt="3">
        <dgm:presLayoutVars>
          <dgm:bulletEnabled val="1"/>
        </dgm:presLayoutVars>
      </dgm:prSet>
      <dgm:spPr/>
    </dgm:pt>
    <dgm:pt modelId="{71218AF3-3F91-284A-8971-89EFCDD57FD4}" type="pres">
      <dgm:prSet presAssocID="{D7D1E67E-C22D-AE48-BFB2-027E37379AB3}" presName="sibTransLast" presStyleLbl="sibTrans2D1" presStyleIdx="1" presStyleCnt="2"/>
      <dgm:spPr/>
    </dgm:pt>
    <dgm:pt modelId="{41734D48-D5A3-434F-9432-122ACF8E1A3A}" type="pres">
      <dgm:prSet presAssocID="{D7D1E67E-C22D-AE48-BFB2-027E37379AB3}" presName="connectorText" presStyleLbl="sibTrans2D1" presStyleIdx="1" presStyleCnt="2"/>
      <dgm:spPr/>
    </dgm:pt>
    <dgm:pt modelId="{8561DDEE-8E87-7E45-BC78-0CCF4E74CDA8}" type="pres">
      <dgm:prSet presAssocID="{D7D1E67E-C22D-AE48-BFB2-027E37379AB3}" presName="lastNode" presStyleLbl="node1" presStyleIdx="2" presStyleCnt="3">
        <dgm:presLayoutVars>
          <dgm:bulletEnabled val="1"/>
        </dgm:presLayoutVars>
      </dgm:prSet>
      <dgm:spPr/>
    </dgm:pt>
  </dgm:ptLst>
  <dgm:cxnLst>
    <dgm:cxn modelId="{15DAF623-A504-4B49-934E-7378B21C3597}" type="presOf" srcId="{D7D1E67E-C22D-AE48-BFB2-027E37379AB3}" destId="{2DC4EE30-4B49-6948-A876-5C23DA4EDB27}" srcOrd="0" destOrd="0" presId="urn:microsoft.com/office/officeart/2005/8/layout/equation2"/>
    <dgm:cxn modelId="{E6B0EC3F-BE7B-ED45-9B1A-7671A8C6E4DA}" srcId="{D7D1E67E-C22D-AE48-BFB2-027E37379AB3}" destId="{BFDC447C-90BF-7D46-871B-7991EF1F5152}" srcOrd="1" destOrd="0" parTransId="{1E5D88F7-C822-3B40-BCBC-4E7BE68AF667}" sibTransId="{0E3E0AEB-6838-1F49-8F0B-E63684B6B9B8}"/>
    <dgm:cxn modelId="{DA971754-B0DD-CE4A-AC9B-1ACC37198876}" type="presOf" srcId="{59B38002-DFE3-764E-83CC-774184C31330}" destId="{999B3CC5-D47E-B440-B611-44757E8337C3}" srcOrd="0" destOrd="0" presId="urn:microsoft.com/office/officeart/2005/8/layout/equation2"/>
    <dgm:cxn modelId="{50D8B672-25DA-DE4A-A6BA-6C30AB0AA539}" type="presOf" srcId="{0E3E0AEB-6838-1F49-8F0B-E63684B6B9B8}" destId="{71218AF3-3F91-284A-8971-89EFCDD57FD4}" srcOrd="0" destOrd="0" presId="urn:microsoft.com/office/officeart/2005/8/layout/equation2"/>
    <dgm:cxn modelId="{DBD8C982-219D-1E48-9428-13038A685E30}" type="presOf" srcId="{30806DD7-A862-9641-968C-E4C13C89E8D4}" destId="{8561DDEE-8E87-7E45-BC78-0CCF4E74CDA8}" srcOrd="0" destOrd="0" presId="urn:microsoft.com/office/officeart/2005/8/layout/equation2"/>
    <dgm:cxn modelId="{B26579A9-2375-F143-A909-BDF2ABD01EFF}" srcId="{D7D1E67E-C22D-AE48-BFB2-027E37379AB3}" destId="{50C3292F-240B-5B41-93BA-D08F0A9C777A}" srcOrd="0" destOrd="0" parTransId="{8B8C6385-CA01-754A-9C9F-4799FFFB0B27}" sibTransId="{59B38002-DFE3-764E-83CC-774184C31330}"/>
    <dgm:cxn modelId="{225477B4-0C8D-4B4B-853D-753D14D3D4FC}" type="presOf" srcId="{BFDC447C-90BF-7D46-871B-7991EF1F5152}" destId="{B922B584-A011-B44D-AB0B-0319A8637797}" srcOrd="0" destOrd="0" presId="urn:microsoft.com/office/officeart/2005/8/layout/equation2"/>
    <dgm:cxn modelId="{B4AF91B5-8D2F-684D-947C-5E7D6B942E2F}" type="presOf" srcId="{0E3E0AEB-6838-1F49-8F0B-E63684B6B9B8}" destId="{41734D48-D5A3-434F-9432-122ACF8E1A3A}" srcOrd="1" destOrd="0" presId="urn:microsoft.com/office/officeart/2005/8/layout/equation2"/>
    <dgm:cxn modelId="{051094B6-8C06-D146-BC8D-CC7793686202}" srcId="{D7D1E67E-C22D-AE48-BFB2-027E37379AB3}" destId="{30806DD7-A862-9641-968C-E4C13C89E8D4}" srcOrd="2" destOrd="0" parTransId="{0D322158-1CF9-2541-831D-700CD1B34124}" sibTransId="{013F5FC9-B8FF-2044-A8DD-B95718F2A3B0}"/>
    <dgm:cxn modelId="{AB2A8BD1-405C-FB43-9410-48AB69D95C03}" type="presOf" srcId="{50C3292F-240B-5B41-93BA-D08F0A9C777A}" destId="{225C5413-B8AC-2C4A-A065-855EC0805A2F}" srcOrd="0" destOrd="0" presId="urn:microsoft.com/office/officeart/2005/8/layout/equation2"/>
    <dgm:cxn modelId="{42133D56-926E-E94A-9E6B-657A76FBE1F0}" type="presParOf" srcId="{2DC4EE30-4B49-6948-A876-5C23DA4EDB27}" destId="{9BBC0379-164D-E24E-BEA6-E719AA22B241}" srcOrd="0" destOrd="0" presId="urn:microsoft.com/office/officeart/2005/8/layout/equation2"/>
    <dgm:cxn modelId="{5F3C071F-D6D8-4F40-A897-5D913AF04454}" type="presParOf" srcId="{9BBC0379-164D-E24E-BEA6-E719AA22B241}" destId="{225C5413-B8AC-2C4A-A065-855EC0805A2F}" srcOrd="0" destOrd="0" presId="urn:microsoft.com/office/officeart/2005/8/layout/equation2"/>
    <dgm:cxn modelId="{1AFAD300-8B68-5B4A-B542-E9EC273F2183}" type="presParOf" srcId="{9BBC0379-164D-E24E-BEA6-E719AA22B241}" destId="{6417F564-2DC1-4C48-B301-8F6FC52CF89F}" srcOrd="1" destOrd="0" presId="urn:microsoft.com/office/officeart/2005/8/layout/equation2"/>
    <dgm:cxn modelId="{BEFF4328-D284-984A-AC86-115349C27241}" type="presParOf" srcId="{9BBC0379-164D-E24E-BEA6-E719AA22B241}" destId="{999B3CC5-D47E-B440-B611-44757E8337C3}" srcOrd="2" destOrd="0" presId="urn:microsoft.com/office/officeart/2005/8/layout/equation2"/>
    <dgm:cxn modelId="{0F5A486A-4B06-5748-BDC0-5ED6C1F718DB}" type="presParOf" srcId="{9BBC0379-164D-E24E-BEA6-E719AA22B241}" destId="{8C30D825-BEC8-FD49-B208-B8E556A7CEDF}" srcOrd="3" destOrd="0" presId="urn:microsoft.com/office/officeart/2005/8/layout/equation2"/>
    <dgm:cxn modelId="{CA98B419-1C56-8F4F-A708-9E4A8E8DAEE8}" type="presParOf" srcId="{9BBC0379-164D-E24E-BEA6-E719AA22B241}" destId="{B922B584-A011-B44D-AB0B-0319A8637797}" srcOrd="4" destOrd="0" presId="urn:microsoft.com/office/officeart/2005/8/layout/equation2"/>
    <dgm:cxn modelId="{CB83BE83-6A85-184F-8282-815EE2F4F4D6}" type="presParOf" srcId="{2DC4EE30-4B49-6948-A876-5C23DA4EDB27}" destId="{71218AF3-3F91-284A-8971-89EFCDD57FD4}" srcOrd="1" destOrd="0" presId="urn:microsoft.com/office/officeart/2005/8/layout/equation2"/>
    <dgm:cxn modelId="{B4153814-FBDE-E948-AA3B-1269980BEF8F}" type="presParOf" srcId="{71218AF3-3F91-284A-8971-89EFCDD57FD4}" destId="{41734D48-D5A3-434F-9432-122ACF8E1A3A}" srcOrd="0" destOrd="0" presId="urn:microsoft.com/office/officeart/2005/8/layout/equation2"/>
    <dgm:cxn modelId="{8A7A4749-6202-AF46-95E4-8928DC33AC46}" type="presParOf" srcId="{2DC4EE30-4B49-6948-A876-5C23DA4EDB27}" destId="{8561DDEE-8E87-7E45-BC78-0CCF4E74CDA8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C295F81-05A3-9E43-9B22-8D2647737A33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EBED587-1BF8-9240-AE24-274D5C8A5E28}">
      <dgm:prSet phldrT="[Texte]"/>
      <dgm:spPr/>
      <dgm:t>
        <a:bodyPr/>
        <a:lstStyle/>
        <a:p>
          <a:r>
            <a:rPr lang="fr-FR" dirty="0"/>
            <a:t>Identification par le Z-index</a:t>
          </a:r>
        </a:p>
      </dgm:t>
    </dgm:pt>
    <dgm:pt modelId="{FAED097E-A738-0347-B48F-4243BD723CA4}" type="parTrans" cxnId="{915AEC1A-9D9E-0647-8A97-804DC04AE3DB}">
      <dgm:prSet/>
      <dgm:spPr/>
      <dgm:t>
        <a:bodyPr/>
        <a:lstStyle/>
        <a:p>
          <a:endParaRPr lang="fr-FR"/>
        </a:p>
      </dgm:t>
    </dgm:pt>
    <dgm:pt modelId="{59A02652-20C5-D243-B1E3-4A76510B83E4}" type="sibTrans" cxnId="{915AEC1A-9D9E-0647-8A97-804DC04AE3DB}">
      <dgm:prSet/>
      <dgm:spPr/>
      <dgm:t>
        <a:bodyPr/>
        <a:lstStyle/>
        <a:p>
          <a:endParaRPr lang="fr-FR"/>
        </a:p>
      </dgm:t>
    </dgm:pt>
    <dgm:pt modelId="{095FA82B-D924-CF4C-AABD-294DDDDD8745}">
      <dgm:prSet phldrT="[Texte]"/>
      <dgm:spPr/>
      <dgm:t>
        <a:bodyPr/>
        <a:lstStyle/>
        <a:p>
          <a:r>
            <a:rPr lang="fr-FR" dirty="0"/>
            <a:t>moyenne – écart-type – z-score</a:t>
          </a:r>
        </a:p>
      </dgm:t>
    </dgm:pt>
    <dgm:pt modelId="{3846EE7F-9195-6440-803B-3EF094BD1314}" type="parTrans" cxnId="{D0BAD0CF-C48B-0C44-9C10-6DE3FAD847A5}">
      <dgm:prSet/>
      <dgm:spPr/>
      <dgm:t>
        <a:bodyPr/>
        <a:lstStyle/>
        <a:p>
          <a:endParaRPr lang="fr-FR"/>
        </a:p>
      </dgm:t>
    </dgm:pt>
    <dgm:pt modelId="{55A3AAFE-D165-AB4A-81E9-5C49F8B5CCB7}" type="sibTrans" cxnId="{D0BAD0CF-C48B-0C44-9C10-6DE3FAD847A5}">
      <dgm:prSet/>
      <dgm:spPr/>
      <dgm:t>
        <a:bodyPr/>
        <a:lstStyle/>
        <a:p>
          <a:endParaRPr lang="fr-FR"/>
        </a:p>
      </dgm:t>
    </dgm:pt>
    <dgm:pt modelId="{E91882CB-C389-0140-A037-4BF510CE6E06}">
      <dgm:prSet phldrT="[Texte]"/>
      <dgm:spPr/>
      <dgm:t>
        <a:bodyPr/>
        <a:lstStyle/>
        <a:p>
          <a:r>
            <a:rPr lang="fr-FR" dirty="0"/>
            <a:t>Seuil de prix supérieur à 3</a:t>
          </a:r>
        </a:p>
      </dgm:t>
    </dgm:pt>
    <dgm:pt modelId="{61433BD9-869C-2E47-99A2-F8F0AC850CE5}" type="parTrans" cxnId="{C438FFFB-CAA5-8346-A0C5-2BD3797E07C1}">
      <dgm:prSet/>
      <dgm:spPr/>
      <dgm:t>
        <a:bodyPr/>
        <a:lstStyle/>
        <a:p>
          <a:endParaRPr lang="fr-FR"/>
        </a:p>
      </dgm:t>
    </dgm:pt>
    <dgm:pt modelId="{7A527A30-C8E2-624A-96E6-B5829A3C15A2}" type="sibTrans" cxnId="{C438FFFB-CAA5-8346-A0C5-2BD3797E07C1}">
      <dgm:prSet/>
      <dgm:spPr/>
      <dgm:t>
        <a:bodyPr/>
        <a:lstStyle/>
        <a:p>
          <a:endParaRPr lang="fr-FR"/>
        </a:p>
      </dgm:t>
    </dgm:pt>
    <dgm:pt modelId="{88BE7891-0B04-854F-BC29-D609053FB27B}">
      <dgm:prSet phldrT="[Texte]"/>
      <dgm:spPr/>
      <dgm:t>
        <a:bodyPr/>
        <a:lstStyle/>
        <a:p>
          <a:r>
            <a:rPr lang="fr-FR" dirty="0"/>
            <a:t>114 euros</a:t>
          </a:r>
        </a:p>
      </dgm:t>
    </dgm:pt>
    <dgm:pt modelId="{051E4D0B-2F6C-C84C-992A-21E2DAC87A4D}" type="parTrans" cxnId="{A36DD1EB-4015-B944-B041-FEEA539F62EC}">
      <dgm:prSet/>
      <dgm:spPr/>
      <dgm:t>
        <a:bodyPr/>
        <a:lstStyle/>
        <a:p>
          <a:endParaRPr lang="fr-FR"/>
        </a:p>
      </dgm:t>
    </dgm:pt>
    <dgm:pt modelId="{5D3B47F2-59E4-1348-9C93-D506CC80185F}" type="sibTrans" cxnId="{A36DD1EB-4015-B944-B041-FEEA539F62EC}">
      <dgm:prSet/>
      <dgm:spPr/>
      <dgm:t>
        <a:bodyPr/>
        <a:lstStyle/>
        <a:p>
          <a:endParaRPr lang="fr-FR"/>
        </a:p>
      </dgm:t>
    </dgm:pt>
    <dgm:pt modelId="{E768A52A-A98C-954B-A7B8-A7C05065BE90}" type="pres">
      <dgm:prSet presAssocID="{8C295F81-05A3-9E43-9B22-8D2647737A33}" presName="Name0" presStyleCnt="0">
        <dgm:presLayoutVars>
          <dgm:dir/>
          <dgm:animLvl val="lvl"/>
          <dgm:resizeHandles val="exact"/>
        </dgm:presLayoutVars>
      </dgm:prSet>
      <dgm:spPr/>
    </dgm:pt>
    <dgm:pt modelId="{1493813F-2D1B-E54E-AEF9-14B564B03E22}" type="pres">
      <dgm:prSet presAssocID="{E91882CB-C389-0140-A037-4BF510CE6E06}" presName="boxAndChildren" presStyleCnt="0"/>
      <dgm:spPr/>
    </dgm:pt>
    <dgm:pt modelId="{A062778F-0671-1241-9E9E-D7D4C601198D}" type="pres">
      <dgm:prSet presAssocID="{E91882CB-C389-0140-A037-4BF510CE6E06}" presName="parentTextBox" presStyleLbl="node1" presStyleIdx="0" presStyleCnt="2"/>
      <dgm:spPr/>
    </dgm:pt>
    <dgm:pt modelId="{061EE0C6-9F60-0845-B632-55903048A8E4}" type="pres">
      <dgm:prSet presAssocID="{E91882CB-C389-0140-A037-4BF510CE6E06}" presName="entireBox" presStyleLbl="node1" presStyleIdx="0" presStyleCnt="2"/>
      <dgm:spPr/>
    </dgm:pt>
    <dgm:pt modelId="{7D0E12DA-3AA7-4F4C-A3B9-FF4F2F308041}" type="pres">
      <dgm:prSet presAssocID="{E91882CB-C389-0140-A037-4BF510CE6E06}" presName="descendantBox" presStyleCnt="0"/>
      <dgm:spPr/>
    </dgm:pt>
    <dgm:pt modelId="{6D522E8F-4405-2B4D-B88B-44F5F85FB02D}" type="pres">
      <dgm:prSet presAssocID="{88BE7891-0B04-854F-BC29-D609053FB27B}" presName="childTextBox" presStyleLbl="fgAccFollowNode1" presStyleIdx="0" presStyleCnt="2">
        <dgm:presLayoutVars>
          <dgm:bulletEnabled val="1"/>
        </dgm:presLayoutVars>
      </dgm:prSet>
      <dgm:spPr/>
    </dgm:pt>
    <dgm:pt modelId="{981BBCE9-A29F-0343-B9AD-F7030F489D58}" type="pres">
      <dgm:prSet presAssocID="{59A02652-20C5-D243-B1E3-4A76510B83E4}" presName="sp" presStyleCnt="0"/>
      <dgm:spPr/>
    </dgm:pt>
    <dgm:pt modelId="{2C22AB72-2918-9547-BC4D-2D6FB8DB217D}" type="pres">
      <dgm:prSet presAssocID="{1EBED587-1BF8-9240-AE24-274D5C8A5E28}" presName="arrowAndChildren" presStyleCnt="0"/>
      <dgm:spPr/>
    </dgm:pt>
    <dgm:pt modelId="{B251069B-B23C-1045-8500-0E5FE981B223}" type="pres">
      <dgm:prSet presAssocID="{1EBED587-1BF8-9240-AE24-274D5C8A5E28}" presName="parentTextArrow" presStyleLbl="node1" presStyleIdx="0" presStyleCnt="2"/>
      <dgm:spPr/>
    </dgm:pt>
    <dgm:pt modelId="{2DCA0BE3-E63C-FB4C-92A9-0A9EDC9730A9}" type="pres">
      <dgm:prSet presAssocID="{1EBED587-1BF8-9240-AE24-274D5C8A5E28}" presName="arrow" presStyleLbl="node1" presStyleIdx="1" presStyleCnt="2"/>
      <dgm:spPr/>
    </dgm:pt>
    <dgm:pt modelId="{E3D2BDFA-46D0-5944-9594-B34B96704FDB}" type="pres">
      <dgm:prSet presAssocID="{1EBED587-1BF8-9240-AE24-274D5C8A5E28}" presName="descendantArrow" presStyleCnt="0"/>
      <dgm:spPr/>
    </dgm:pt>
    <dgm:pt modelId="{1C180D95-D57F-E94B-B62C-5F5AE51D0CDB}" type="pres">
      <dgm:prSet presAssocID="{095FA82B-D924-CF4C-AABD-294DDDDD8745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B761D203-2274-A149-B9FE-29F946202630}" type="presOf" srcId="{88BE7891-0B04-854F-BC29-D609053FB27B}" destId="{6D522E8F-4405-2B4D-B88B-44F5F85FB02D}" srcOrd="0" destOrd="0" presId="urn:microsoft.com/office/officeart/2005/8/layout/process4"/>
    <dgm:cxn modelId="{915AEC1A-9D9E-0647-8A97-804DC04AE3DB}" srcId="{8C295F81-05A3-9E43-9B22-8D2647737A33}" destId="{1EBED587-1BF8-9240-AE24-274D5C8A5E28}" srcOrd="0" destOrd="0" parTransId="{FAED097E-A738-0347-B48F-4243BD723CA4}" sibTransId="{59A02652-20C5-D243-B1E3-4A76510B83E4}"/>
    <dgm:cxn modelId="{6CB6635D-EC2B-C949-AABC-844BEE3F4806}" type="presOf" srcId="{8C295F81-05A3-9E43-9B22-8D2647737A33}" destId="{E768A52A-A98C-954B-A7B8-A7C05065BE90}" srcOrd="0" destOrd="0" presId="urn:microsoft.com/office/officeart/2005/8/layout/process4"/>
    <dgm:cxn modelId="{2C05C26E-EC6B-2D49-8C64-6464FD8D324C}" type="presOf" srcId="{095FA82B-D924-CF4C-AABD-294DDDDD8745}" destId="{1C180D95-D57F-E94B-B62C-5F5AE51D0CDB}" srcOrd="0" destOrd="0" presId="urn:microsoft.com/office/officeart/2005/8/layout/process4"/>
    <dgm:cxn modelId="{D6468F7D-BE4E-1048-B6BB-71E604DF8412}" type="presOf" srcId="{1EBED587-1BF8-9240-AE24-274D5C8A5E28}" destId="{2DCA0BE3-E63C-FB4C-92A9-0A9EDC9730A9}" srcOrd="1" destOrd="0" presId="urn:microsoft.com/office/officeart/2005/8/layout/process4"/>
    <dgm:cxn modelId="{DCE70296-71A9-DF4F-A20E-97C713A0B49E}" type="presOf" srcId="{E91882CB-C389-0140-A037-4BF510CE6E06}" destId="{A062778F-0671-1241-9E9E-D7D4C601198D}" srcOrd="0" destOrd="0" presId="urn:microsoft.com/office/officeart/2005/8/layout/process4"/>
    <dgm:cxn modelId="{1CF1F2AE-0BAD-A242-B1F1-5555C9D5813F}" type="presOf" srcId="{1EBED587-1BF8-9240-AE24-274D5C8A5E28}" destId="{B251069B-B23C-1045-8500-0E5FE981B223}" srcOrd="0" destOrd="0" presId="urn:microsoft.com/office/officeart/2005/8/layout/process4"/>
    <dgm:cxn modelId="{AE6E1FB2-7A2F-B441-8AC2-180721F4D140}" type="presOf" srcId="{E91882CB-C389-0140-A037-4BF510CE6E06}" destId="{061EE0C6-9F60-0845-B632-55903048A8E4}" srcOrd="1" destOrd="0" presId="urn:microsoft.com/office/officeart/2005/8/layout/process4"/>
    <dgm:cxn modelId="{D0BAD0CF-C48B-0C44-9C10-6DE3FAD847A5}" srcId="{1EBED587-1BF8-9240-AE24-274D5C8A5E28}" destId="{095FA82B-D924-CF4C-AABD-294DDDDD8745}" srcOrd="0" destOrd="0" parTransId="{3846EE7F-9195-6440-803B-3EF094BD1314}" sibTransId="{55A3AAFE-D165-AB4A-81E9-5C49F8B5CCB7}"/>
    <dgm:cxn modelId="{A36DD1EB-4015-B944-B041-FEEA539F62EC}" srcId="{E91882CB-C389-0140-A037-4BF510CE6E06}" destId="{88BE7891-0B04-854F-BC29-D609053FB27B}" srcOrd="0" destOrd="0" parTransId="{051E4D0B-2F6C-C84C-992A-21E2DAC87A4D}" sibTransId="{5D3B47F2-59E4-1348-9C93-D506CC80185F}"/>
    <dgm:cxn modelId="{C438FFFB-CAA5-8346-A0C5-2BD3797E07C1}" srcId="{8C295F81-05A3-9E43-9B22-8D2647737A33}" destId="{E91882CB-C389-0140-A037-4BF510CE6E06}" srcOrd="1" destOrd="0" parTransId="{61433BD9-869C-2E47-99A2-F8F0AC850CE5}" sibTransId="{7A527A30-C8E2-624A-96E6-B5829A3C15A2}"/>
    <dgm:cxn modelId="{CEF0E360-8CE0-8149-8E1A-97FD0A2C1A76}" type="presParOf" srcId="{E768A52A-A98C-954B-A7B8-A7C05065BE90}" destId="{1493813F-2D1B-E54E-AEF9-14B564B03E22}" srcOrd="0" destOrd="0" presId="urn:microsoft.com/office/officeart/2005/8/layout/process4"/>
    <dgm:cxn modelId="{0C61960A-CC53-B649-8B2A-6DE57B737469}" type="presParOf" srcId="{1493813F-2D1B-E54E-AEF9-14B564B03E22}" destId="{A062778F-0671-1241-9E9E-D7D4C601198D}" srcOrd="0" destOrd="0" presId="urn:microsoft.com/office/officeart/2005/8/layout/process4"/>
    <dgm:cxn modelId="{A504CE9A-B88C-9542-813A-646E42997DD9}" type="presParOf" srcId="{1493813F-2D1B-E54E-AEF9-14B564B03E22}" destId="{061EE0C6-9F60-0845-B632-55903048A8E4}" srcOrd="1" destOrd="0" presId="urn:microsoft.com/office/officeart/2005/8/layout/process4"/>
    <dgm:cxn modelId="{E88B0F01-03ED-1744-B7E3-C74205AFE549}" type="presParOf" srcId="{1493813F-2D1B-E54E-AEF9-14B564B03E22}" destId="{7D0E12DA-3AA7-4F4C-A3B9-FF4F2F308041}" srcOrd="2" destOrd="0" presId="urn:microsoft.com/office/officeart/2005/8/layout/process4"/>
    <dgm:cxn modelId="{D426FA57-3BB2-5B41-AA38-FC7A17126AEF}" type="presParOf" srcId="{7D0E12DA-3AA7-4F4C-A3B9-FF4F2F308041}" destId="{6D522E8F-4405-2B4D-B88B-44F5F85FB02D}" srcOrd="0" destOrd="0" presId="urn:microsoft.com/office/officeart/2005/8/layout/process4"/>
    <dgm:cxn modelId="{8E596506-FAEB-9647-82FD-6346BAE51973}" type="presParOf" srcId="{E768A52A-A98C-954B-A7B8-A7C05065BE90}" destId="{981BBCE9-A29F-0343-B9AD-F7030F489D58}" srcOrd="1" destOrd="0" presId="urn:microsoft.com/office/officeart/2005/8/layout/process4"/>
    <dgm:cxn modelId="{4EA83620-3A02-FD4D-BDD3-C86273FF22BF}" type="presParOf" srcId="{E768A52A-A98C-954B-A7B8-A7C05065BE90}" destId="{2C22AB72-2918-9547-BC4D-2D6FB8DB217D}" srcOrd="2" destOrd="0" presId="urn:microsoft.com/office/officeart/2005/8/layout/process4"/>
    <dgm:cxn modelId="{34AC368A-3345-994F-822B-BAF13FA8633D}" type="presParOf" srcId="{2C22AB72-2918-9547-BC4D-2D6FB8DB217D}" destId="{B251069B-B23C-1045-8500-0E5FE981B223}" srcOrd="0" destOrd="0" presId="urn:microsoft.com/office/officeart/2005/8/layout/process4"/>
    <dgm:cxn modelId="{B6483306-1FB7-5C49-A619-C8081BCE565C}" type="presParOf" srcId="{2C22AB72-2918-9547-BC4D-2D6FB8DB217D}" destId="{2DCA0BE3-E63C-FB4C-92A9-0A9EDC9730A9}" srcOrd="1" destOrd="0" presId="urn:microsoft.com/office/officeart/2005/8/layout/process4"/>
    <dgm:cxn modelId="{5BAFC11F-A2EE-574A-824F-F596FFB9BB9C}" type="presParOf" srcId="{2C22AB72-2918-9547-BC4D-2D6FB8DB217D}" destId="{E3D2BDFA-46D0-5944-9594-B34B96704FDB}" srcOrd="2" destOrd="0" presId="urn:microsoft.com/office/officeart/2005/8/layout/process4"/>
    <dgm:cxn modelId="{8DCEAFED-0916-EA41-8AB4-C3E532EA8806}" type="presParOf" srcId="{E3D2BDFA-46D0-5944-9594-B34B96704FDB}" destId="{1C180D95-D57F-E94B-B62C-5F5AE51D0CD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295F81-05A3-9E43-9B22-8D2647737A33}" type="doc">
      <dgm:prSet loTypeId="urn:microsoft.com/office/officeart/2005/8/layout/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1EBED587-1BF8-9240-AE24-274D5C8A5E28}">
      <dgm:prSet phldrT="[Texte]"/>
      <dgm:spPr/>
      <dgm:t>
        <a:bodyPr/>
        <a:lstStyle/>
        <a:p>
          <a:r>
            <a:rPr lang="fr-FR" dirty="0"/>
            <a:t>Intervalle interquartile</a:t>
          </a:r>
        </a:p>
      </dgm:t>
    </dgm:pt>
    <dgm:pt modelId="{FAED097E-A738-0347-B48F-4243BD723CA4}" type="parTrans" cxnId="{915AEC1A-9D9E-0647-8A97-804DC04AE3DB}">
      <dgm:prSet/>
      <dgm:spPr/>
      <dgm:t>
        <a:bodyPr/>
        <a:lstStyle/>
        <a:p>
          <a:endParaRPr lang="fr-FR"/>
        </a:p>
      </dgm:t>
    </dgm:pt>
    <dgm:pt modelId="{59A02652-20C5-D243-B1E3-4A76510B83E4}" type="sibTrans" cxnId="{915AEC1A-9D9E-0647-8A97-804DC04AE3DB}">
      <dgm:prSet/>
      <dgm:spPr/>
      <dgm:t>
        <a:bodyPr/>
        <a:lstStyle/>
        <a:p>
          <a:endParaRPr lang="fr-FR"/>
        </a:p>
      </dgm:t>
    </dgm:pt>
    <dgm:pt modelId="{095FA82B-D924-CF4C-AABD-294DDDDD8745}">
      <dgm:prSet phldrT="[Texte]" custT="1"/>
      <dgm:spPr/>
      <dgm:t>
        <a:bodyPr/>
        <a:lstStyle/>
        <a:p>
          <a:r>
            <a:rPr lang="fr-FR" sz="3200" dirty="0"/>
            <a:t>-20 et +225</a:t>
          </a:r>
        </a:p>
      </dgm:t>
    </dgm:pt>
    <dgm:pt modelId="{3846EE7F-9195-6440-803B-3EF094BD1314}" type="parTrans" cxnId="{D0BAD0CF-C48B-0C44-9C10-6DE3FAD847A5}">
      <dgm:prSet/>
      <dgm:spPr/>
      <dgm:t>
        <a:bodyPr/>
        <a:lstStyle/>
        <a:p>
          <a:endParaRPr lang="fr-FR"/>
        </a:p>
      </dgm:t>
    </dgm:pt>
    <dgm:pt modelId="{55A3AAFE-D165-AB4A-81E9-5C49F8B5CCB7}" type="sibTrans" cxnId="{D0BAD0CF-C48B-0C44-9C10-6DE3FAD847A5}">
      <dgm:prSet/>
      <dgm:spPr/>
      <dgm:t>
        <a:bodyPr/>
        <a:lstStyle/>
        <a:p>
          <a:endParaRPr lang="fr-FR"/>
        </a:p>
      </dgm:t>
    </dgm:pt>
    <dgm:pt modelId="{E91882CB-C389-0140-A037-4BF510CE6E06}">
      <dgm:prSet phldrT="[Texte]"/>
      <dgm:spPr/>
      <dgm:t>
        <a:bodyPr/>
        <a:lstStyle/>
        <a:p>
          <a:r>
            <a:rPr lang="fr-FR" dirty="0" err="1"/>
            <a:t>Outliers</a:t>
          </a:r>
          <a:endParaRPr lang="fr-FR" dirty="0"/>
        </a:p>
      </dgm:t>
    </dgm:pt>
    <dgm:pt modelId="{61433BD9-869C-2E47-99A2-F8F0AC850CE5}" type="parTrans" cxnId="{C438FFFB-CAA5-8346-A0C5-2BD3797E07C1}">
      <dgm:prSet/>
      <dgm:spPr/>
      <dgm:t>
        <a:bodyPr/>
        <a:lstStyle/>
        <a:p>
          <a:endParaRPr lang="fr-FR"/>
        </a:p>
      </dgm:t>
    </dgm:pt>
    <dgm:pt modelId="{7A527A30-C8E2-624A-96E6-B5829A3C15A2}" type="sibTrans" cxnId="{C438FFFB-CAA5-8346-A0C5-2BD3797E07C1}">
      <dgm:prSet/>
      <dgm:spPr/>
      <dgm:t>
        <a:bodyPr/>
        <a:lstStyle/>
        <a:p>
          <a:endParaRPr lang="fr-FR"/>
        </a:p>
      </dgm:t>
    </dgm:pt>
    <dgm:pt modelId="{88BE7891-0B04-854F-BC29-D609053FB27B}">
      <dgm:prSet phldrT="[Texte]" custT="1"/>
      <dgm:spPr/>
      <dgm:t>
        <a:bodyPr/>
        <a:lstStyle/>
        <a:p>
          <a:r>
            <a:rPr lang="fr-FR" sz="3200" dirty="0"/>
            <a:t>36 - 4.35%</a:t>
          </a:r>
        </a:p>
      </dgm:t>
    </dgm:pt>
    <dgm:pt modelId="{051E4D0B-2F6C-C84C-992A-21E2DAC87A4D}" type="parTrans" cxnId="{A36DD1EB-4015-B944-B041-FEEA539F62EC}">
      <dgm:prSet/>
      <dgm:spPr/>
      <dgm:t>
        <a:bodyPr/>
        <a:lstStyle/>
        <a:p>
          <a:endParaRPr lang="fr-FR"/>
        </a:p>
      </dgm:t>
    </dgm:pt>
    <dgm:pt modelId="{5D3B47F2-59E4-1348-9C93-D506CC80185F}" type="sibTrans" cxnId="{A36DD1EB-4015-B944-B041-FEEA539F62EC}">
      <dgm:prSet/>
      <dgm:spPr/>
      <dgm:t>
        <a:bodyPr/>
        <a:lstStyle/>
        <a:p>
          <a:endParaRPr lang="fr-FR"/>
        </a:p>
      </dgm:t>
    </dgm:pt>
    <dgm:pt modelId="{E768A52A-A98C-954B-A7B8-A7C05065BE90}" type="pres">
      <dgm:prSet presAssocID="{8C295F81-05A3-9E43-9B22-8D2647737A33}" presName="Name0" presStyleCnt="0">
        <dgm:presLayoutVars>
          <dgm:dir/>
          <dgm:animLvl val="lvl"/>
          <dgm:resizeHandles val="exact"/>
        </dgm:presLayoutVars>
      </dgm:prSet>
      <dgm:spPr/>
    </dgm:pt>
    <dgm:pt modelId="{1493813F-2D1B-E54E-AEF9-14B564B03E22}" type="pres">
      <dgm:prSet presAssocID="{E91882CB-C389-0140-A037-4BF510CE6E06}" presName="boxAndChildren" presStyleCnt="0"/>
      <dgm:spPr/>
    </dgm:pt>
    <dgm:pt modelId="{A062778F-0671-1241-9E9E-D7D4C601198D}" type="pres">
      <dgm:prSet presAssocID="{E91882CB-C389-0140-A037-4BF510CE6E06}" presName="parentTextBox" presStyleLbl="node1" presStyleIdx="0" presStyleCnt="2"/>
      <dgm:spPr/>
    </dgm:pt>
    <dgm:pt modelId="{061EE0C6-9F60-0845-B632-55903048A8E4}" type="pres">
      <dgm:prSet presAssocID="{E91882CB-C389-0140-A037-4BF510CE6E06}" presName="entireBox" presStyleLbl="node1" presStyleIdx="0" presStyleCnt="2"/>
      <dgm:spPr/>
    </dgm:pt>
    <dgm:pt modelId="{7D0E12DA-3AA7-4F4C-A3B9-FF4F2F308041}" type="pres">
      <dgm:prSet presAssocID="{E91882CB-C389-0140-A037-4BF510CE6E06}" presName="descendantBox" presStyleCnt="0"/>
      <dgm:spPr/>
    </dgm:pt>
    <dgm:pt modelId="{6D522E8F-4405-2B4D-B88B-44F5F85FB02D}" type="pres">
      <dgm:prSet presAssocID="{88BE7891-0B04-854F-BC29-D609053FB27B}" presName="childTextBox" presStyleLbl="fgAccFollowNode1" presStyleIdx="0" presStyleCnt="2">
        <dgm:presLayoutVars>
          <dgm:bulletEnabled val="1"/>
        </dgm:presLayoutVars>
      </dgm:prSet>
      <dgm:spPr/>
    </dgm:pt>
    <dgm:pt modelId="{981BBCE9-A29F-0343-B9AD-F7030F489D58}" type="pres">
      <dgm:prSet presAssocID="{59A02652-20C5-D243-B1E3-4A76510B83E4}" presName="sp" presStyleCnt="0"/>
      <dgm:spPr/>
    </dgm:pt>
    <dgm:pt modelId="{2C22AB72-2918-9547-BC4D-2D6FB8DB217D}" type="pres">
      <dgm:prSet presAssocID="{1EBED587-1BF8-9240-AE24-274D5C8A5E28}" presName="arrowAndChildren" presStyleCnt="0"/>
      <dgm:spPr/>
    </dgm:pt>
    <dgm:pt modelId="{B251069B-B23C-1045-8500-0E5FE981B223}" type="pres">
      <dgm:prSet presAssocID="{1EBED587-1BF8-9240-AE24-274D5C8A5E28}" presName="parentTextArrow" presStyleLbl="node1" presStyleIdx="0" presStyleCnt="2"/>
      <dgm:spPr/>
    </dgm:pt>
    <dgm:pt modelId="{2DCA0BE3-E63C-FB4C-92A9-0A9EDC9730A9}" type="pres">
      <dgm:prSet presAssocID="{1EBED587-1BF8-9240-AE24-274D5C8A5E28}" presName="arrow" presStyleLbl="node1" presStyleIdx="1" presStyleCnt="2"/>
      <dgm:spPr/>
    </dgm:pt>
    <dgm:pt modelId="{E3D2BDFA-46D0-5944-9594-B34B96704FDB}" type="pres">
      <dgm:prSet presAssocID="{1EBED587-1BF8-9240-AE24-274D5C8A5E28}" presName="descendantArrow" presStyleCnt="0"/>
      <dgm:spPr/>
    </dgm:pt>
    <dgm:pt modelId="{1C180D95-D57F-E94B-B62C-5F5AE51D0CDB}" type="pres">
      <dgm:prSet presAssocID="{095FA82B-D924-CF4C-AABD-294DDDDD8745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B761D203-2274-A149-B9FE-29F946202630}" type="presOf" srcId="{88BE7891-0B04-854F-BC29-D609053FB27B}" destId="{6D522E8F-4405-2B4D-B88B-44F5F85FB02D}" srcOrd="0" destOrd="0" presId="urn:microsoft.com/office/officeart/2005/8/layout/process4"/>
    <dgm:cxn modelId="{915AEC1A-9D9E-0647-8A97-804DC04AE3DB}" srcId="{8C295F81-05A3-9E43-9B22-8D2647737A33}" destId="{1EBED587-1BF8-9240-AE24-274D5C8A5E28}" srcOrd="0" destOrd="0" parTransId="{FAED097E-A738-0347-B48F-4243BD723CA4}" sibTransId="{59A02652-20C5-D243-B1E3-4A76510B83E4}"/>
    <dgm:cxn modelId="{6CB6635D-EC2B-C949-AABC-844BEE3F4806}" type="presOf" srcId="{8C295F81-05A3-9E43-9B22-8D2647737A33}" destId="{E768A52A-A98C-954B-A7B8-A7C05065BE90}" srcOrd="0" destOrd="0" presId="urn:microsoft.com/office/officeart/2005/8/layout/process4"/>
    <dgm:cxn modelId="{2C05C26E-EC6B-2D49-8C64-6464FD8D324C}" type="presOf" srcId="{095FA82B-D924-CF4C-AABD-294DDDDD8745}" destId="{1C180D95-D57F-E94B-B62C-5F5AE51D0CDB}" srcOrd="0" destOrd="0" presId="urn:microsoft.com/office/officeart/2005/8/layout/process4"/>
    <dgm:cxn modelId="{D6468F7D-BE4E-1048-B6BB-71E604DF8412}" type="presOf" srcId="{1EBED587-1BF8-9240-AE24-274D5C8A5E28}" destId="{2DCA0BE3-E63C-FB4C-92A9-0A9EDC9730A9}" srcOrd="1" destOrd="0" presId="urn:microsoft.com/office/officeart/2005/8/layout/process4"/>
    <dgm:cxn modelId="{DCE70296-71A9-DF4F-A20E-97C713A0B49E}" type="presOf" srcId="{E91882CB-C389-0140-A037-4BF510CE6E06}" destId="{A062778F-0671-1241-9E9E-D7D4C601198D}" srcOrd="0" destOrd="0" presId="urn:microsoft.com/office/officeart/2005/8/layout/process4"/>
    <dgm:cxn modelId="{1CF1F2AE-0BAD-A242-B1F1-5555C9D5813F}" type="presOf" srcId="{1EBED587-1BF8-9240-AE24-274D5C8A5E28}" destId="{B251069B-B23C-1045-8500-0E5FE981B223}" srcOrd="0" destOrd="0" presId="urn:microsoft.com/office/officeart/2005/8/layout/process4"/>
    <dgm:cxn modelId="{AE6E1FB2-7A2F-B441-8AC2-180721F4D140}" type="presOf" srcId="{E91882CB-C389-0140-A037-4BF510CE6E06}" destId="{061EE0C6-9F60-0845-B632-55903048A8E4}" srcOrd="1" destOrd="0" presId="urn:microsoft.com/office/officeart/2005/8/layout/process4"/>
    <dgm:cxn modelId="{D0BAD0CF-C48B-0C44-9C10-6DE3FAD847A5}" srcId="{1EBED587-1BF8-9240-AE24-274D5C8A5E28}" destId="{095FA82B-D924-CF4C-AABD-294DDDDD8745}" srcOrd="0" destOrd="0" parTransId="{3846EE7F-9195-6440-803B-3EF094BD1314}" sibTransId="{55A3AAFE-D165-AB4A-81E9-5C49F8B5CCB7}"/>
    <dgm:cxn modelId="{A36DD1EB-4015-B944-B041-FEEA539F62EC}" srcId="{E91882CB-C389-0140-A037-4BF510CE6E06}" destId="{88BE7891-0B04-854F-BC29-D609053FB27B}" srcOrd="0" destOrd="0" parTransId="{051E4D0B-2F6C-C84C-992A-21E2DAC87A4D}" sibTransId="{5D3B47F2-59E4-1348-9C93-D506CC80185F}"/>
    <dgm:cxn modelId="{C438FFFB-CAA5-8346-A0C5-2BD3797E07C1}" srcId="{8C295F81-05A3-9E43-9B22-8D2647737A33}" destId="{E91882CB-C389-0140-A037-4BF510CE6E06}" srcOrd="1" destOrd="0" parTransId="{61433BD9-869C-2E47-99A2-F8F0AC850CE5}" sibTransId="{7A527A30-C8E2-624A-96E6-B5829A3C15A2}"/>
    <dgm:cxn modelId="{CEF0E360-8CE0-8149-8E1A-97FD0A2C1A76}" type="presParOf" srcId="{E768A52A-A98C-954B-A7B8-A7C05065BE90}" destId="{1493813F-2D1B-E54E-AEF9-14B564B03E22}" srcOrd="0" destOrd="0" presId="urn:microsoft.com/office/officeart/2005/8/layout/process4"/>
    <dgm:cxn modelId="{0C61960A-CC53-B649-8B2A-6DE57B737469}" type="presParOf" srcId="{1493813F-2D1B-E54E-AEF9-14B564B03E22}" destId="{A062778F-0671-1241-9E9E-D7D4C601198D}" srcOrd="0" destOrd="0" presId="urn:microsoft.com/office/officeart/2005/8/layout/process4"/>
    <dgm:cxn modelId="{A504CE9A-B88C-9542-813A-646E42997DD9}" type="presParOf" srcId="{1493813F-2D1B-E54E-AEF9-14B564B03E22}" destId="{061EE0C6-9F60-0845-B632-55903048A8E4}" srcOrd="1" destOrd="0" presId="urn:microsoft.com/office/officeart/2005/8/layout/process4"/>
    <dgm:cxn modelId="{E88B0F01-03ED-1744-B7E3-C74205AFE549}" type="presParOf" srcId="{1493813F-2D1B-E54E-AEF9-14B564B03E22}" destId="{7D0E12DA-3AA7-4F4C-A3B9-FF4F2F308041}" srcOrd="2" destOrd="0" presId="urn:microsoft.com/office/officeart/2005/8/layout/process4"/>
    <dgm:cxn modelId="{D426FA57-3BB2-5B41-AA38-FC7A17126AEF}" type="presParOf" srcId="{7D0E12DA-3AA7-4F4C-A3B9-FF4F2F308041}" destId="{6D522E8F-4405-2B4D-B88B-44F5F85FB02D}" srcOrd="0" destOrd="0" presId="urn:microsoft.com/office/officeart/2005/8/layout/process4"/>
    <dgm:cxn modelId="{8E596506-FAEB-9647-82FD-6346BAE51973}" type="presParOf" srcId="{E768A52A-A98C-954B-A7B8-A7C05065BE90}" destId="{981BBCE9-A29F-0343-B9AD-F7030F489D58}" srcOrd="1" destOrd="0" presId="urn:microsoft.com/office/officeart/2005/8/layout/process4"/>
    <dgm:cxn modelId="{4EA83620-3A02-FD4D-BDD3-C86273FF22BF}" type="presParOf" srcId="{E768A52A-A98C-954B-A7B8-A7C05065BE90}" destId="{2C22AB72-2918-9547-BC4D-2D6FB8DB217D}" srcOrd="2" destOrd="0" presId="urn:microsoft.com/office/officeart/2005/8/layout/process4"/>
    <dgm:cxn modelId="{34AC368A-3345-994F-822B-BAF13FA8633D}" type="presParOf" srcId="{2C22AB72-2918-9547-BC4D-2D6FB8DB217D}" destId="{B251069B-B23C-1045-8500-0E5FE981B223}" srcOrd="0" destOrd="0" presId="urn:microsoft.com/office/officeart/2005/8/layout/process4"/>
    <dgm:cxn modelId="{B6483306-1FB7-5C49-A619-C8081BCE565C}" type="presParOf" srcId="{2C22AB72-2918-9547-BC4D-2D6FB8DB217D}" destId="{2DCA0BE3-E63C-FB4C-92A9-0A9EDC9730A9}" srcOrd="1" destOrd="0" presId="urn:microsoft.com/office/officeart/2005/8/layout/process4"/>
    <dgm:cxn modelId="{5BAFC11F-A2EE-574A-824F-F596FFB9BB9C}" type="presParOf" srcId="{2C22AB72-2918-9547-BC4D-2D6FB8DB217D}" destId="{E3D2BDFA-46D0-5944-9594-B34B96704FDB}" srcOrd="2" destOrd="0" presId="urn:microsoft.com/office/officeart/2005/8/layout/process4"/>
    <dgm:cxn modelId="{8DCEAFED-0916-EA41-8AB4-C3E532EA8806}" type="presParOf" srcId="{E3D2BDFA-46D0-5944-9594-B34B96704FDB}" destId="{1C180D95-D57F-E94B-B62C-5F5AE51D0CD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91A3999-F935-8F4D-A2E5-FA7CC1E95604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BC890800-AA98-134F-B318-163AE9A9FDB8}">
      <dgm:prSet phldrT="[Texte]"/>
      <dgm:spPr/>
      <dgm:t>
        <a:bodyPr/>
        <a:lstStyle/>
        <a:p>
          <a:r>
            <a:rPr lang="fr-FR" dirty="0"/>
            <a:t>À l’aise</a:t>
          </a:r>
        </a:p>
      </dgm:t>
    </dgm:pt>
    <dgm:pt modelId="{0E9BBF4E-9298-D345-AE82-B212CA88BEFF}" type="parTrans" cxnId="{4DE25448-347C-BC4D-8DCC-42A080112716}">
      <dgm:prSet/>
      <dgm:spPr/>
      <dgm:t>
        <a:bodyPr/>
        <a:lstStyle/>
        <a:p>
          <a:endParaRPr lang="fr-FR"/>
        </a:p>
      </dgm:t>
    </dgm:pt>
    <dgm:pt modelId="{E36DC4B8-FFF3-DD45-B7E4-2013C6F2D89E}" type="sibTrans" cxnId="{4DE25448-347C-BC4D-8DCC-42A080112716}">
      <dgm:prSet/>
      <dgm:spPr/>
      <dgm:t>
        <a:bodyPr/>
        <a:lstStyle/>
        <a:p>
          <a:endParaRPr lang="fr-FR"/>
        </a:p>
      </dgm:t>
    </dgm:pt>
    <dgm:pt modelId="{5D0D5222-351C-084D-A900-83C2E304BDD4}">
      <dgm:prSet phldrT="[Texte]" custT="1"/>
      <dgm:spPr/>
      <dgm:t>
        <a:bodyPr/>
        <a:lstStyle/>
        <a:p>
          <a:r>
            <a:rPr lang="fr-FR" sz="2400" dirty="0"/>
            <a:t>Observation</a:t>
          </a:r>
        </a:p>
      </dgm:t>
    </dgm:pt>
    <dgm:pt modelId="{48223726-845F-174E-9B20-80E1F5F2B4FC}" type="parTrans" cxnId="{27152901-17EA-B54D-89A9-4E96CA6C634C}">
      <dgm:prSet/>
      <dgm:spPr/>
      <dgm:t>
        <a:bodyPr/>
        <a:lstStyle/>
        <a:p>
          <a:endParaRPr lang="fr-FR"/>
        </a:p>
      </dgm:t>
    </dgm:pt>
    <dgm:pt modelId="{0483E0E1-937F-C946-8130-7DC2A541B321}" type="sibTrans" cxnId="{27152901-17EA-B54D-89A9-4E96CA6C634C}">
      <dgm:prSet/>
      <dgm:spPr/>
      <dgm:t>
        <a:bodyPr/>
        <a:lstStyle/>
        <a:p>
          <a:endParaRPr lang="fr-FR"/>
        </a:p>
      </dgm:t>
    </dgm:pt>
    <dgm:pt modelId="{F0CA1D26-A30F-714C-ACFC-0B32A86DBC57}">
      <dgm:prSet phldrT="[Texte]" custT="1"/>
      <dgm:spPr/>
      <dgm:t>
        <a:bodyPr/>
        <a:lstStyle/>
        <a:p>
          <a:r>
            <a:rPr lang="fr-FR" sz="2400" dirty="0"/>
            <a:t>Analyse</a:t>
          </a:r>
        </a:p>
      </dgm:t>
    </dgm:pt>
    <dgm:pt modelId="{6883BD73-85FB-BD4B-85CF-0AFD601DACBA}" type="parTrans" cxnId="{CF16C649-AB5D-254F-9C89-40CE25CA42D9}">
      <dgm:prSet/>
      <dgm:spPr/>
      <dgm:t>
        <a:bodyPr/>
        <a:lstStyle/>
        <a:p>
          <a:endParaRPr lang="fr-FR"/>
        </a:p>
      </dgm:t>
    </dgm:pt>
    <dgm:pt modelId="{8FC6A206-7CF5-F742-B76A-D25DDF5412E8}" type="sibTrans" cxnId="{CF16C649-AB5D-254F-9C89-40CE25CA42D9}">
      <dgm:prSet/>
      <dgm:spPr/>
      <dgm:t>
        <a:bodyPr/>
        <a:lstStyle/>
        <a:p>
          <a:endParaRPr lang="fr-FR"/>
        </a:p>
      </dgm:t>
    </dgm:pt>
    <dgm:pt modelId="{AA2B6B77-40AF-EA45-9051-051FBEFEFAA7}">
      <dgm:prSet phldrT="[Texte]"/>
      <dgm:spPr/>
      <dgm:t>
        <a:bodyPr/>
        <a:lstStyle/>
        <a:p>
          <a:r>
            <a:rPr lang="fr-FR" dirty="0"/>
            <a:t>Difficile</a:t>
          </a:r>
        </a:p>
      </dgm:t>
    </dgm:pt>
    <dgm:pt modelId="{FB3418A9-59DB-C048-A4C1-28E47EFC43C3}" type="parTrans" cxnId="{D6B9EC60-1C8B-CA43-A1D6-2CA891E12171}">
      <dgm:prSet/>
      <dgm:spPr/>
      <dgm:t>
        <a:bodyPr/>
        <a:lstStyle/>
        <a:p>
          <a:endParaRPr lang="fr-FR"/>
        </a:p>
      </dgm:t>
    </dgm:pt>
    <dgm:pt modelId="{E2BD560D-627B-BB46-875F-9AA4269A2F25}" type="sibTrans" cxnId="{D6B9EC60-1C8B-CA43-A1D6-2CA891E12171}">
      <dgm:prSet/>
      <dgm:spPr/>
      <dgm:t>
        <a:bodyPr/>
        <a:lstStyle/>
        <a:p>
          <a:endParaRPr lang="fr-FR"/>
        </a:p>
      </dgm:t>
    </dgm:pt>
    <dgm:pt modelId="{7658920D-CB50-6D47-9330-00F91D4527E8}">
      <dgm:prSet phldrT="[Texte]" custT="1"/>
      <dgm:spPr/>
      <dgm:t>
        <a:bodyPr/>
        <a:lstStyle/>
        <a:p>
          <a:r>
            <a:rPr lang="fr-FR" sz="2400" dirty="0"/>
            <a:t>Corrélation</a:t>
          </a:r>
        </a:p>
      </dgm:t>
    </dgm:pt>
    <dgm:pt modelId="{86B35BD3-8795-C141-9CDF-5E1C7B8E409A}" type="parTrans" cxnId="{7741785F-59FC-6940-9F96-8772FFD4DDA9}">
      <dgm:prSet/>
      <dgm:spPr/>
      <dgm:t>
        <a:bodyPr/>
        <a:lstStyle/>
        <a:p>
          <a:endParaRPr lang="fr-FR"/>
        </a:p>
      </dgm:t>
    </dgm:pt>
    <dgm:pt modelId="{13055594-D8F2-D346-AE19-6AC966B35453}" type="sibTrans" cxnId="{7741785F-59FC-6940-9F96-8772FFD4DDA9}">
      <dgm:prSet/>
      <dgm:spPr/>
      <dgm:t>
        <a:bodyPr/>
        <a:lstStyle/>
        <a:p>
          <a:endParaRPr lang="fr-FR"/>
        </a:p>
      </dgm:t>
    </dgm:pt>
    <dgm:pt modelId="{F829B04B-19C1-B942-B584-ECD1727E1397}">
      <dgm:prSet phldrT="[Texte]" custT="1"/>
      <dgm:spPr/>
      <dgm:t>
        <a:bodyPr/>
        <a:lstStyle/>
        <a:p>
          <a:r>
            <a:rPr lang="fr-FR" sz="2400" dirty="0"/>
            <a:t>Suppression ou conservation des données </a:t>
          </a:r>
        </a:p>
      </dgm:t>
    </dgm:pt>
    <dgm:pt modelId="{F60DAA43-37BE-AB44-A453-0ADF184BDDD6}" type="parTrans" cxnId="{6B7EABAF-317B-E940-BE1B-2D4BBDBB22BC}">
      <dgm:prSet/>
      <dgm:spPr/>
      <dgm:t>
        <a:bodyPr/>
        <a:lstStyle/>
        <a:p>
          <a:endParaRPr lang="fr-FR"/>
        </a:p>
      </dgm:t>
    </dgm:pt>
    <dgm:pt modelId="{6A15E8F1-205A-A84D-803C-91A51F353219}" type="sibTrans" cxnId="{6B7EABAF-317B-E940-BE1B-2D4BBDBB22BC}">
      <dgm:prSet/>
      <dgm:spPr/>
      <dgm:t>
        <a:bodyPr/>
        <a:lstStyle/>
        <a:p>
          <a:endParaRPr lang="fr-FR"/>
        </a:p>
      </dgm:t>
    </dgm:pt>
    <dgm:pt modelId="{CB7703A8-3CAB-404C-A984-D8B752F7ABC4}">
      <dgm:prSet/>
      <dgm:spPr/>
      <dgm:t>
        <a:bodyPr/>
        <a:lstStyle/>
        <a:p>
          <a:endParaRPr lang="fr-FR" sz="2700"/>
        </a:p>
      </dgm:t>
    </dgm:pt>
    <dgm:pt modelId="{B312E6AE-F05A-D040-8256-F59F82A88478}" type="parTrans" cxnId="{753CFF23-9F71-7747-BE01-DE286EAEFAF0}">
      <dgm:prSet/>
      <dgm:spPr/>
      <dgm:t>
        <a:bodyPr/>
        <a:lstStyle/>
        <a:p>
          <a:endParaRPr lang="fr-FR"/>
        </a:p>
      </dgm:t>
    </dgm:pt>
    <dgm:pt modelId="{02BAA454-5DCD-564F-A411-6240DEE7EE3A}" type="sibTrans" cxnId="{753CFF23-9F71-7747-BE01-DE286EAEFAF0}">
      <dgm:prSet/>
      <dgm:spPr/>
      <dgm:t>
        <a:bodyPr/>
        <a:lstStyle/>
        <a:p>
          <a:endParaRPr lang="fr-FR"/>
        </a:p>
      </dgm:t>
    </dgm:pt>
    <dgm:pt modelId="{A7B26439-3CA6-0E43-ABAF-30342B04B3B4}">
      <dgm:prSet custT="1"/>
      <dgm:spPr/>
      <dgm:t>
        <a:bodyPr/>
        <a:lstStyle/>
        <a:p>
          <a:r>
            <a:rPr lang="fr-FR" sz="2400" dirty="0"/>
            <a:t>Graphiques</a:t>
          </a:r>
        </a:p>
      </dgm:t>
    </dgm:pt>
    <dgm:pt modelId="{A0C6F5A8-96F1-A447-89C8-FD9614A521AD}" type="parTrans" cxnId="{23AD2423-8CE4-1A4C-A983-1CD1866E677C}">
      <dgm:prSet/>
      <dgm:spPr/>
      <dgm:t>
        <a:bodyPr/>
        <a:lstStyle/>
        <a:p>
          <a:endParaRPr lang="fr-FR"/>
        </a:p>
      </dgm:t>
    </dgm:pt>
    <dgm:pt modelId="{5066A459-0577-FB49-AA5F-4AA7251015F9}" type="sibTrans" cxnId="{23AD2423-8CE4-1A4C-A983-1CD1866E677C}">
      <dgm:prSet/>
      <dgm:spPr/>
      <dgm:t>
        <a:bodyPr/>
        <a:lstStyle/>
        <a:p>
          <a:endParaRPr lang="fr-FR"/>
        </a:p>
      </dgm:t>
    </dgm:pt>
    <dgm:pt modelId="{3A60EB2A-DCA4-F444-9FF2-D65BA30D9513}">
      <dgm:prSet/>
      <dgm:spPr/>
      <dgm:t>
        <a:bodyPr/>
        <a:lstStyle/>
        <a:p>
          <a:r>
            <a:rPr lang="fr-FR" dirty="0"/>
            <a:t>À approfondir </a:t>
          </a:r>
        </a:p>
      </dgm:t>
    </dgm:pt>
    <dgm:pt modelId="{DE6D5A80-1C25-C644-B230-146EA1BD54EC}" type="parTrans" cxnId="{19D09AA5-3831-B04D-8BFE-BBEB6F755932}">
      <dgm:prSet/>
      <dgm:spPr/>
      <dgm:t>
        <a:bodyPr/>
        <a:lstStyle/>
        <a:p>
          <a:endParaRPr lang="fr-FR"/>
        </a:p>
      </dgm:t>
    </dgm:pt>
    <dgm:pt modelId="{36BA7093-7131-C44D-AF34-35F76CC93FE6}" type="sibTrans" cxnId="{19D09AA5-3831-B04D-8BFE-BBEB6F755932}">
      <dgm:prSet/>
      <dgm:spPr/>
      <dgm:t>
        <a:bodyPr/>
        <a:lstStyle/>
        <a:p>
          <a:endParaRPr lang="fr-FR"/>
        </a:p>
      </dgm:t>
    </dgm:pt>
    <dgm:pt modelId="{AF45E2DF-1B01-F740-BD4E-F9AB7A8EC3E6}">
      <dgm:prSet phldrT="[Texte]" custT="1"/>
      <dgm:spPr/>
      <dgm:t>
        <a:bodyPr/>
        <a:lstStyle/>
        <a:p>
          <a:r>
            <a:rPr lang="fr-FR" sz="2400" dirty="0"/>
            <a:t>Python et ses librairies</a:t>
          </a:r>
        </a:p>
      </dgm:t>
    </dgm:pt>
    <dgm:pt modelId="{2E82CFB7-392F-3543-BA29-B0E73103A5BB}" type="parTrans" cxnId="{C87768DA-B5AC-3D47-B467-DB5B48F5C9C9}">
      <dgm:prSet/>
      <dgm:spPr/>
      <dgm:t>
        <a:bodyPr/>
        <a:lstStyle/>
        <a:p>
          <a:endParaRPr lang="fr-FR"/>
        </a:p>
      </dgm:t>
    </dgm:pt>
    <dgm:pt modelId="{E1150464-C040-6C4E-B134-AA5A2CA31503}" type="sibTrans" cxnId="{C87768DA-B5AC-3D47-B467-DB5B48F5C9C9}">
      <dgm:prSet/>
      <dgm:spPr/>
      <dgm:t>
        <a:bodyPr/>
        <a:lstStyle/>
        <a:p>
          <a:endParaRPr lang="fr-FR"/>
        </a:p>
      </dgm:t>
    </dgm:pt>
    <dgm:pt modelId="{5C163F5F-6EAC-7448-9CA4-5AABDB734DBD}">
      <dgm:prSet/>
      <dgm:spPr/>
      <dgm:t>
        <a:bodyPr/>
        <a:lstStyle/>
        <a:p>
          <a:endParaRPr lang="fr-FR" sz="2800" dirty="0"/>
        </a:p>
      </dgm:t>
    </dgm:pt>
    <dgm:pt modelId="{F60D44CC-DCDA-9048-85A1-17D991E127D4}" type="parTrans" cxnId="{D169B1F9-0390-B441-8D6D-E80E3B34411F}">
      <dgm:prSet/>
      <dgm:spPr/>
      <dgm:t>
        <a:bodyPr/>
        <a:lstStyle/>
        <a:p>
          <a:endParaRPr lang="fr-FR"/>
        </a:p>
      </dgm:t>
    </dgm:pt>
    <dgm:pt modelId="{161A2AD0-0AB7-4044-B756-5C251AE30BA0}" type="sibTrans" cxnId="{D169B1F9-0390-B441-8D6D-E80E3B34411F}">
      <dgm:prSet/>
      <dgm:spPr/>
      <dgm:t>
        <a:bodyPr/>
        <a:lstStyle/>
        <a:p>
          <a:endParaRPr lang="fr-FR"/>
        </a:p>
      </dgm:t>
    </dgm:pt>
    <dgm:pt modelId="{21E6174A-C4A9-8244-BDFC-5EA6F97067A4}">
      <dgm:prSet phldrT="[Texte]"/>
      <dgm:spPr/>
      <dgm:t>
        <a:bodyPr/>
        <a:lstStyle/>
        <a:p>
          <a:endParaRPr lang="fr-FR" sz="2800" dirty="0"/>
        </a:p>
      </dgm:t>
    </dgm:pt>
    <dgm:pt modelId="{89FC8410-0034-C146-8C86-16F30310DC49}" type="parTrans" cxnId="{C6B44F20-AEEB-664D-936C-6BD2EEA3C925}">
      <dgm:prSet/>
      <dgm:spPr/>
      <dgm:t>
        <a:bodyPr/>
        <a:lstStyle/>
        <a:p>
          <a:endParaRPr lang="fr-FR"/>
        </a:p>
      </dgm:t>
    </dgm:pt>
    <dgm:pt modelId="{63A03E00-3DBF-F541-88E3-C983B9B23386}" type="sibTrans" cxnId="{C6B44F20-AEEB-664D-936C-6BD2EEA3C925}">
      <dgm:prSet/>
      <dgm:spPr/>
      <dgm:t>
        <a:bodyPr/>
        <a:lstStyle/>
        <a:p>
          <a:endParaRPr lang="fr-FR"/>
        </a:p>
      </dgm:t>
    </dgm:pt>
    <dgm:pt modelId="{66A0099A-E73F-AE46-ADF3-F13DC75A3AF2}">
      <dgm:prSet phldrT="[Texte]" custT="1"/>
      <dgm:spPr/>
      <dgm:t>
        <a:bodyPr/>
        <a:lstStyle/>
        <a:p>
          <a:r>
            <a:rPr lang="fr-FR" sz="2400" dirty="0"/>
            <a:t>Les statistiques</a:t>
          </a:r>
        </a:p>
      </dgm:t>
    </dgm:pt>
    <dgm:pt modelId="{B0C4C31C-44DF-7B4A-9125-DAD907787194}" type="parTrans" cxnId="{A1662B84-745A-5E48-9FC8-8380BF4452DD}">
      <dgm:prSet/>
      <dgm:spPr/>
      <dgm:t>
        <a:bodyPr/>
        <a:lstStyle/>
        <a:p>
          <a:endParaRPr lang="fr-FR"/>
        </a:p>
      </dgm:t>
    </dgm:pt>
    <dgm:pt modelId="{3A00FFB5-4B21-3F43-BD73-52237D8C6027}" type="sibTrans" cxnId="{A1662B84-745A-5E48-9FC8-8380BF4452DD}">
      <dgm:prSet/>
      <dgm:spPr/>
      <dgm:t>
        <a:bodyPr/>
        <a:lstStyle/>
        <a:p>
          <a:endParaRPr lang="fr-FR"/>
        </a:p>
      </dgm:t>
    </dgm:pt>
    <dgm:pt modelId="{DBFD9F5A-9183-8D42-8AD7-64BC76AE4510}" type="pres">
      <dgm:prSet presAssocID="{A91A3999-F935-8F4D-A2E5-FA7CC1E95604}" presName="Name0" presStyleCnt="0">
        <dgm:presLayoutVars>
          <dgm:dir/>
          <dgm:animLvl val="lvl"/>
          <dgm:resizeHandles val="exact"/>
        </dgm:presLayoutVars>
      </dgm:prSet>
      <dgm:spPr/>
    </dgm:pt>
    <dgm:pt modelId="{ACCE942D-C53C-EE46-A6B6-911CE5A630ED}" type="pres">
      <dgm:prSet presAssocID="{BC890800-AA98-134F-B318-163AE9A9FDB8}" presName="composite" presStyleCnt="0"/>
      <dgm:spPr/>
    </dgm:pt>
    <dgm:pt modelId="{702B5DDD-46C7-BF4A-86EB-C36F83F562F5}" type="pres">
      <dgm:prSet presAssocID="{BC890800-AA98-134F-B318-163AE9A9FDB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9F6BD23-2DFE-6241-B636-EB581864966D}" type="pres">
      <dgm:prSet presAssocID="{BC890800-AA98-134F-B318-163AE9A9FDB8}" presName="desTx" presStyleLbl="alignAccFollowNode1" presStyleIdx="0" presStyleCnt="3">
        <dgm:presLayoutVars>
          <dgm:bulletEnabled val="1"/>
        </dgm:presLayoutVars>
      </dgm:prSet>
      <dgm:spPr/>
    </dgm:pt>
    <dgm:pt modelId="{55A94AF4-3A84-F448-96D5-A5FDA62285E3}" type="pres">
      <dgm:prSet presAssocID="{E36DC4B8-FFF3-DD45-B7E4-2013C6F2D89E}" presName="space" presStyleCnt="0"/>
      <dgm:spPr/>
    </dgm:pt>
    <dgm:pt modelId="{01D0F42C-1B56-4740-B896-5D940E41627C}" type="pres">
      <dgm:prSet presAssocID="{AA2B6B77-40AF-EA45-9051-051FBEFEFAA7}" presName="composite" presStyleCnt="0"/>
      <dgm:spPr/>
    </dgm:pt>
    <dgm:pt modelId="{323993D1-B675-6443-8FEE-1836D3613AA8}" type="pres">
      <dgm:prSet presAssocID="{AA2B6B77-40AF-EA45-9051-051FBEFEFAA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25A801D-D679-5D41-95B5-7B6EAA995A2F}" type="pres">
      <dgm:prSet presAssocID="{AA2B6B77-40AF-EA45-9051-051FBEFEFAA7}" presName="desTx" presStyleLbl="alignAccFollowNode1" presStyleIdx="1" presStyleCnt="3">
        <dgm:presLayoutVars>
          <dgm:bulletEnabled val="1"/>
        </dgm:presLayoutVars>
      </dgm:prSet>
      <dgm:spPr/>
    </dgm:pt>
    <dgm:pt modelId="{9F502AB2-B7B1-9F49-A9CF-66784356C085}" type="pres">
      <dgm:prSet presAssocID="{E2BD560D-627B-BB46-875F-9AA4269A2F25}" presName="space" presStyleCnt="0"/>
      <dgm:spPr/>
    </dgm:pt>
    <dgm:pt modelId="{2CD292F8-1478-4649-AE80-47EB2D117A75}" type="pres">
      <dgm:prSet presAssocID="{3A60EB2A-DCA4-F444-9FF2-D65BA30D9513}" presName="composite" presStyleCnt="0"/>
      <dgm:spPr/>
    </dgm:pt>
    <dgm:pt modelId="{E14AA28F-4A16-984B-84BD-547C6C330EFA}" type="pres">
      <dgm:prSet presAssocID="{3A60EB2A-DCA4-F444-9FF2-D65BA30D951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881868FB-052B-FA44-968B-6DBCCC4A706B}" type="pres">
      <dgm:prSet presAssocID="{3A60EB2A-DCA4-F444-9FF2-D65BA30D951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27152901-17EA-B54D-89A9-4E96CA6C634C}" srcId="{BC890800-AA98-134F-B318-163AE9A9FDB8}" destId="{5D0D5222-351C-084D-A900-83C2E304BDD4}" srcOrd="0" destOrd="0" parTransId="{48223726-845F-174E-9B20-80E1F5F2B4FC}" sibTransId="{0483E0E1-937F-C946-8130-7DC2A541B321}"/>
    <dgm:cxn modelId="{38E4BA1E-4B09-F243-BFD6-D47A7FD48780}" type="presOf" srcId="{F829B04B-19C1-B942-B584-ECD1727E1397}" destId="{625A801D-D679-5D41-95B5-7B6EAA995A2F}" srcOrd="0" destOrd="1" presId="urn:microsoft.com/office/officeart/2005/8/layout/hList1"/>
    <dgm:cxn modelId="{C6B44F20-AEEB-664D-936C-6BD2EEA3C925}" srcId="{3A60EB2A-DCA4-F444-9FF2-D65BA30D9513}" destId="{21E6174A-C4A9-8244-BDFC-5EA6F97067A4}" srcOrd="2" destOrd="0" parTransId="{89FC8410-0034-C146-8C86-16F30310DC49}" sibTransId="{63A03E00-3DBF-F541-88E3-C983B9B23386}"/>
    <dgm:cxn modelId="{23AD2423-8CE4-1A4C-A983-1CD1866E677C}" srcId="{BC890800-AA98-134F-B318-163AE9A9FDB8}" destId="{A7B26439-3CA6-0E43-ABAF-30342B04B3B4}" srcOrd="2" destOrd="0" parTransId="{A0C6F5A8-96F1-A447-89C8-FD9614A521AD}" sibTransId="{5066A459-0577-FB49-AA5F-4AA7251015F9}"/>
    <dgm:cxn modelId="{753CFF23-9F71-7747-BE01-DE286EAEFAF0}" srcId="{AA2B6B77-40AF-EA45-9051-051FBEFEFAA7}" destId="{CB7703A8-3CAB-404C-A984-D8B752F7ABC4}" srcOrd="2" destOrd="0" parTransId="{B312E6AE-F05A-D040-8256-F59F82A88478}" sibTransId="{02BAA454-5DCD-564F-A411-6240DEE7EE3A}"/>
    <dgm:cxn modelId="{658EFB39-C59D-E745-BFD9-0AC41FD47643}" type="presOf" srcId="{21E6174A-C4A9-8244-BDFC-5EA6F97067A4}" destId="{881868FB-052B-FA44-968B-6DBCCC4A706B}" srcOrd="0" destOrd="2" presId="urn:microsoft.com/office/officeart/2005/8/layout/hList1"/>
    <dgm:cxn modelId="{6225183D-CA38-E442-B376-FBD0771F377B}" type="presOf" srcId="{A7B26439-3CA6-0E43-ABAF-30342B04B3B4}" destId="{A9F6BD23-2DFE-6241-B636-EB581864966D}" srcOrd="0" destOrd="2" presId="urn:microsoft.com/office/officeart/2005/8/layout/hList1"/>
    <dgm:cxn modelId="{76BC1240-A647-4144-B0BB-1D03FFD65CB0}" type="presOf" srcId="{5C163F5F-6EAC-7448-9CA4-5AABDB734DBD}" destId="{881868FB-052B-FA44-968B-6DBCCC4A706B}" srcOrd="0" destOrd="3" presId="urn:microsoft.com/office/officeart/2005/8/layout/hList1"/>
    <dgm:cxn modelId="{BD105C47-6F05-B245-B9DF-817B4C7383FB}" type="presOf" srcId="{F0CA1D26-A30F-714C-ACFC-0B32A86DBC57}" destId="{A9F6BD23-2DFE-6241-B636-EB581864966D}" srcOrd="0" destOrd="1" presId="urn:microsoft.com/office/officeart/2005/8/layout/hList1"/>
    <dgm:cxn modelId="{4DE25448-347C-BC4D-8DCC-42A080112716}" srcId="{A91A3999-F935-8F4D-A2E5-FA7CC1E95604}" destId="{BC890800-AA98-134F-B318-163AE9A9FDB8}" srcOrd="0" destOrd="0" parTransId="{0E9BBF4E-9298-D345-AE82-B212CA88BEFF}" sibTransId="{E36DC4B8-FFF3-DD45-B7E4-2013C6F2D89E}"/>
    <dgm:cxn modelId="{CF16C649-AB5D-254F-9C89-40CE25CA42D9}" srcId="{BC890800-AA98-134F-B318-163AE9A9FDB8}" destId="{F0CA1D26-A30F-714C-ACFC-0B32A86DBC57}" srcOrd="1" destOrd="0" parTransId="{6883BD73-85FB-BD4B-85CF-0AFD601DACBA}" sibTransId="{8FC6A206-7CF5-F742-B76A-D25DDF5412E8}"/>
    <dgm:cxn modelId="{45356A4D-8BA1-C345-A55E-B78075155D58}" type="presOf" srcId="{5D0D5222-351C-084D-A900-83C2E304BDD4}" destId="{A9F6BD23-2DFE-6241-B636-EB581864966D}" srcOrd="0" destOrd="0" presId="urn:microsoft.com/office/officeart/2005/8/layout/hList1"/>
    <dgm:cxn modelId="{7741785F-59FC-6940-9F96-8772FFD4DDA9}" srcId="{AA2B6B77-40AF-EA45-9051-051FBEFEFAA7}" destId="{7658920D-CB50-6D47-9330-00F91D4527E8}" srcOrd="0" destOrd="0" parTransId="{86B35BD3-8795-C141-9CDF-5E1C7B8E409A}" sibTransId="{13055594-D8F2-D346-AE19-6AC966B35453}"/>
    <dgm:cxn modelId="{D6B9EC60-1C8B-CA43-A1D6-2CA891E12171}" srcId="{A91A3999-F935-8F4D-A2E5-FA7CC1E95604}" destId="{AA2B6B77-40AF-EA45-9051-051FBEFEFAA7}" srcOrd="1" destOrd="0" parTransId="{FB3418A9-59DB-C048-A4C1-28E47EFC43C3}" sibTransId="{E2BD560D-627B-BB46-875F-9AA4269A2F25}"/>
    <dgm:cxn modelId="{76BFCB6F-05FE-BB4A-B656-9970BFFEDB65}" type="presOf" srcId="{A91A3999-F935-8F4D-A2E5-FA7CC1E95604}" destId="{DBFD9F5A-9183-8D42-8AD7-64BC76AE4510}" srcOrd="0" destOrd="0" presId="urn:microsoft.com/office/officeart/2005/8/layout/hList1"/>
    <dgm:cxn modelId="{BF776B75-9178-704F-B44B-140AACEBB991}" type="presOf" srcId="{66A0099A-E73F-AE46-ADF3-F13DC75A3AF2}" destId="{881868FB-052B-FA44-968B-6DBCCC4A706B}" srcOrd="0" destOrd="1" presId="urn:microsoft.com/office/officeart/2005/8/layout/hList1"/>
    <dgm:cxn modelId="{77B00084-0C37-7B4F-8098-EE79C4746319}" type="presOf" srcId="{3A60EB2A-DCA4-F444-9FF2-D65BA30D9513}" destId="{E14AA28F-4A16-984B-84BD-547C6C330EFA}" srcOrd="0" destOrd="0" presId="urn:microsoft.com/office/officeart/2005/8/layout/hList1"/>
    <dgm:cxn modelId="{A1662B84-745A-5E48-9FC8-8380BF4452DD}" srcId="{3A60EB2A-DCA4-F444-9FF2-D65BA30D9513}" destId="{66A0099A-E73F-AE46-ADF3-F13DC75A3AF2}" srcOrd="1" destOrd="0" parTransId="{B0C4C31C-44DF-7B4A-9125-DAD907787194}" sibTransId="{3A00FFB5-4B21-3F43-BD73-52237D8C6027}"/>
    <dgm:cxn modelId="{27951A9C-638B-4840-94EE-9F2A515B2F56}" type="presOf" srcId="{7658920D-CB50-6D47-9330-00F91D4527E8}" destId="{625A801D-D679-5D41-95B5-7B6EAA995A2F}" srcOrd="0" destOrd="0" presId="urn:microsoft.com/office/officeart/2005/8/layout/hList1"/>
    <dgm:cxn modelId="{19D09AA5-3831-B04D-8BFE-BBEB6F755932}" srcId="{A91A3999-F935-8F4D-A2E5-FA7CC1E95604}" destId="{3A60EB2A-DCA4-F444-9FF2-D65BA30D9513}" srcOrd="2" destOrd="0" parTransId="{DE6D5A80-1C25-C644-B230-146EA1BD54EC}" sibTransId="{36BA7093-7131-C44D-AF34-35F76CC93FE6}"/>
    <dgm:cxn modelId="{6B7EABAF-317B-E940-BE1B-2D4BBDBB22BC}" srcId="{AA2B6B77-40AF-EA45-9051-051FBEFEFAA7}" destId="{F829B04B-19C1-B942-B584-ECD1727E1397}" srcOrd="1" destOrd="0" parTransId="{F60DAA43-37BE-AB44-A453-0ADF184BDDD6}" sibTransId="{6A15E8F1-205A-A84D-803C-91A51F353219}"/>
    <dgm:cxn modelId="{C26F52D1-B9CC-EE47-A0C1-7F26B99A33CF}" type="presOf" srcId="{BC890800-AA98-134F-B318-163AE9A9FDB8}" destId="{702B5DDD-46C7-BF4A-86EB-C36F83F562F5}" srcOrd="0" destOrd="0" presId="urn:microsoft.com/office/officeart/2005/8/layout/hList1"/>
    <dgm:cxn modelId="{C87768DA-B5AC-3D47-B467-DB5B48F5C9C9}" srcId="{3A60EB2A-DCA4-F444-9FF2-D65BA30D9513}" destId="{AF45E2DF-1B01-F740-BD4E-F9AB7A8EC3E6}" srcOrd="0" destOrd="0" parTransId="{2E82CFB7-392F-3543-BA29-B0E73103A5BB}" sibTransId="{E1150464-C040-6C4E-B134-AA5A2CA31503}"/>
    <dgm:cxn modelId="{782283E5-F80F-4644-BCF9-643BF8CB727B}" type="presOf" srcId="{AA2B6B77-40AF-EA45-9051-051FBEFEFAA7}" destId="{323993D1-B675-6443-8FEE-1836D3613AA8}" srcOrd="0" destOrd="0" presId="urn:microsoft.com/office/officeart/2005/8/layout/hList1"/>
    <dgm:cxn modelId="{1AB866EB-4983-4A4A-9831-7DF33BCEA9DF}" type="presOf" srcId="{CB7703A8-3CAB-404C-A984-D8B752F7ABC4}" destId="{625A801D-D679-5D41-95B5-7B6EAA995A2F}" srcOrd="0" destOrd="2" presId="urn:microsoft.com/office/officeart/2005/8/layout/hList1"/>
    <dgm:cxn modelId="{94DEF8F5-8EA2-B24A-82BD-30F0D885AA4B}" type="presOf" srcId="{AF45E2DF-1B01-F740-BD4E-F9AB7A8EC3E6}" destId="{881868FB-052B-FA44-968B-6DBCCC4A706B}" srcOrd="0" destOrd="0" presId="urn:microsoft.com/office/officeart/2005/8/layout/hList1"/>
    <dgm:cxn modelId="{D169B1F9-0390-B441-8D6D-E80E3B34411F}" srcId="{3A60EB2A-DCA4-F444-9FF2-D65BA30D9513}" destId="{5C163F5F-6EAC-7448-9CA4-5AABDB734DBD}" srcOrd="3" destOrd="0" parTransId="{F60D44CC-DCDA-9048-85A1-17D991E127D4}" sibTransId="{161A2AD0-0AB7-4044-B756-5C251AE30BA0}"/>
    <dgm:cxn modelId="{C548F3F9-0DC8-9E4C-8E72-9734CA63AB0A}" type="presParOf" srcId="{DBFD9F5A-9183-8D42-8AD7-64BC76AE4510}" destId="{ACCE942D-C53C-EE46-A6B6-911CE5A630ED}" srcOrd="0" destOrd="0" presId="urn:microsoft.com/office/officeart/2005/8/layout/hList1"/>
    <dgm:cxn modelId="{B07281F9-5ED1-5D42-83E4-3836836FE64B}" type="presParOf" srcId="{ACCE942D-C53C-EE46-A6B6-911CE5A630ED}" destId="{702B5DDD-46C7-BF4A-86EB-C36F83F562F5}" srcOrd="0" destOrd="0" presId="urn:microsoft.com/office/officeart/2005/8/layout/hList1"/>
    <dgm:cxn modelId="{A8A850CF-EA9C-6444-AF11-327DC5E5589C}" type="presParOf" srcId="{ACCE942D-C53C-EE46-A6B6-911CE5A630ED}" destId="{A9F6BD23-2DFE-6241-B636-EB581864966D}" srcOrd="1" destOrd="0" presId="urn:microsoft.com/office/officeart/2005/8/layout/hList1"/>
    <dgm:cxn modelId="{2AB068CF-7525-864C-BB0F-AB8F1FA5ED27}" type="presParOf" srcId="{DBFD9F5A-9183-8D42-8AD7-64BC76AE4510}" destId="{55A94AF4-3A84-F448-96D5-A5FDA62285E3}" srcOrd="1" destOrd="0" presId="urn:microsoft.com/office/officeart/2005/8/layout/hList1"/>
    <dgm:cxn modelId="{4FAC378E-64ED-1742-95B8-6A391FB56997}" type="presParOf" srcId="{DBFD9F5A-9183-8D42-8AD7-64BC76AE4510}" destId="{01D0F42C-1B56-4740-B896-5D940E41627C}" srcOrd="2" destOrd="0" presId="urn:microsoft.com/office/officeart/2005/8/layout/hList1"/>
    <dgm:cxn modelId="{06805C57-B764-F94C-8443-BE5894C77804}" type="presParOf" srcId="{01D0F42C-1B56-4740-B896-5D940E41627C}" destId="{323993D1-B675-6443-8FEE-1836D3613AA8}" srcOrd="0" destOrd="0" presId="urn:microsoft.com/office/officeart/2005/8/layout/hList1"/>
    <dgm:cxn modelId="{D80505C4-EDB2-FC47-B9E1-93B00B9DC684}" type="presParOf" srcId="{01D0F42C-1B56-4740-B896-5D940E41627C}" destId="{625A801D-D679-5D41-95B5-7B6EAA995A2F}" srcOrd="1" destOrd="0" presId="urn:microsoft.com/office/officeart/2005/8/layout/hList1"/>
    <dgm:cxn modelId="{C831FC71-039A-6B49-98C1-AFA698FFD160}" type="presParOf" srcId="{DBFD9F5A-9183-8D42-8AD7-64BC76AE4510}" destId="{9F502AB2-B7B1-9F49-A9CF-66784356C085}" srcOrd="3" destOrd="0" presId="urn:microsoft.com/office/officeart/2005/8/layout/hList1"/>
    <dgm:cxn modelId="{F0C2688C-4DFC-BC45-9A59-E6FA7256F9E3}" type="presParOf" srcId="{DBFD9F5A-9183-8D42-8AD7-64BC76AE4510}" destId="{2CD292F8-1478-4649-AE80-47EB2D117A75}" srcOrd="4" destOrd="0" presId="urn:microsoft.com/office/officeart/2005/8/layout/hList1"/>
    <dgm:cxn modelId="{95C77E9F-874C-F848-81EB-EDFC841048D8}" type="presParOf" srcId="{2CD292F8-1478-4649-AE80-47EB2D117A75}" destId="{E14AA28F-4A16-984B-84BD-547C6C330EFA}" srcOrd="0" destOrd="0" presId="urn:microsoft.com/office/officeart/2005/8/layout/hList1"/>
    <dgm:cxn modelId="{9C2C41EE-2E16-DA42-B4FD-CF4CFA894862}" type="presParOf" srcId="{2CD292F8-1478-4649-AE80-47EB2D117A75}" destId="{881868FB-052B-FA44-968B-6DBCCC4A706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66D7-0822-BA4A-907B-FCFD43D88579}">
      <dsp:nvSpPr>
        <dsp:cNvPr id="0" name=""/>
        <dsp:cNvSpPr/>
      </dsp:nvSpPr>
      <dsp:spPr>
        <a:xfrm>
          <a:off x="4079" y="28183"/>
          <a:ext cx="1854841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Dimensions</a:t>
          </a:r>
        </a:p>
      </dsp:txBody>
      <dsp:txXfrm>
        <a:off x="4079" y="28183"/>
        <a:ext cx="1854841" cy="432000"/>
      </dsp:txXfrm>
    </dsp:sp>
    <dsp:sp modelId="{086154B4-A25F-F142-B38F-883D22E4D5DC}">
      <dsp:nvSpPr>
        <dsp:cNvPr id="0" name=""/>
        <dsp:cNvSpPr/>
      </dsp:nvSpPr>
      <dsp:spPr>
        <a:xfrm>
          <a:off x="383986" y="460183"/>
          <a:ext cx="1854841" cy="286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825 observations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6 colonnes</a:t>
          </a:r>
        </a:p>
      </dsp:txBody>
      <dsp:txXfrm>
        <a:off x="438312" y="514509"/>
        <a:ext cx="1746189" cy="2753348"/>
      </dsp:txXfrm>
    </dsp:sp>
    <dsp:sp modelId="{94B70273-39A2-814E-B907-8956AE0E8C76}">
      <dsp:nvSpPr>
        <dsp:cNvPr id="0" name=""/>
        <dsp:cNvSpPr/>
      </dsp:nvSpPr>
      <dsp:spPr>
        <a:xfrm>
          <a:off x="2140107" y="13282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>
        <a:off x="2140107" y="105642"/>
        <a:ext cx="457576" cy="277081"/>
      </dsp:txXfrm>
    </dsp:sp>
    <dsp:sp modelId="{B99A251C-ECB3-F143-BBE1-7300E5ED1D6E}">
      <dsp:nvSpPr>
        <dsp:cNvPr id="0" name=""/>
        <dsp:cNvSpPr/>
      </dsp:nvSpPr>
      <dsp:spPr>
        <a:xfrm>
          <a:off x="2983669" y="28183"/>
          <a:ext cx="1854841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Traitement réalisé</a:t>
          </a:r>
        </a:p>
      </dsp:txBody>
      <dsp:txXfrm>
        <a:off x="2983669" y="28183"/>
        <a:ext cx="1854841" cy="432000"/>
      </dsp:txXfrm>
    </dsp:sp>
    <dsp:sp modelId="{740BC69C-9371-274C-94A3-2C3C3A16824F}">
      <dsp:nvSpPr>
        <dsp:cNvPr id="0" name=""/>
        <dsp:cNvSpPr/>
      </dsp:nvSpPr>
      <dsp:spPr>
        <a:xfrm>
          <a:off x="3363576" y="460183"/>
          <a:ext cx="1854841" cy="286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Vérification de la présence de doublons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Vérification si la colonne « </a:t>
          </a:r>
          <a:r>
            <a:rPr lang="fr-FR" sz="1500" kern="1200" dirty="0" err="1"/>
            <a:t>stock_status</a:t>
          </a:r>
          <a:r>
            <a:rPr lang="fr-FR" sz="1500" kern="1200" dirty="0"/>
            <a:t> » est correct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Correction des statuts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500" kern="1200" dirty="0"/>
        </a:p>
      </dsp:txBody>
      <dsp:txXfrm>
        <a:off x="3417902" y="514509"/>
        <a:ext cx="1746189" cy="2753348"/>
      </dsp:txXfrm>
    </dsp:sp>
    <dsp:sp modelId="{FE5C7929-41C2-A94D-8C13-696365677223}">
      <dsp:nvSpPr>
        <dsp:cNvPr id="0" name=""/>
        <dsp:cNvSpPr/>
      </dsp:nvSpPr>
      <dsp:spPr>
        <a:xfrm>
          <a:off x="5119697" y="13282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>
        <a:off x="5119697" y="105642"/>
        <a:ext cx="457576" cy="277081"/>
      </dsp:txXfrm>
    </dsp:sp>
    <dsp:sp modelId="{55253574-78CE-B443-A8A4-C4566A8755B1}">
      <dsp:nvSpPr>
        <dsp:cNvPr id="0" name=""/>
        <dsp:cNvSpPr/>
      </dsp:nvSpPr>
      <dsp:spPr>
        <a:xfrm>
          <a:off x="5963259" y="28183"/>
          <a:ext cx="1854841" cy="6480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dirty="0"/>
            <a:t>Remarques</a:t>
          </a:r>
        </a:p>
      </dsp:txBody>
      <dsp:txXfrm>
        <a:off x="5963259" y="28183"/>
        <a:ext cx="1854841" cy="432000"/>
      </dsp:txXfrm>
    </dsp:sp>
    <dsp:sp modelId="{ADAB206D-1641-F247-9F78-9CB6A14B185E}">
      <dsp:nvSpPr>
        <dsp:cNvPr id="0" name=""/>
        <dsp:cNvSpPr/>
      </dsp:nvSpPr>
      <dsp:spPr>
        <a:xfrm>
          <a:off x="6343166" y="460183"/>
          <a:ext cx="1854841" cy="2862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Prix négatif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500" kern="1200" dirty="0"/>
            <a:t>Stock négatif</a:t>
          </a:r>
        </a:p>
      </dsp:txBody>
      <dsp:txXfrm>
        <a:off x="6397492" y="514509"/>
        <a:ext cx="1746189" cy="2753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66D7-0822-BA4A-907B-FCFD43D88579}">
      <dsp:nvSpPr>
        <dsp:cNvPr id="0" name=""/>
        <dsp:cNvSpPr/>
      </dsp:nvSpPr>
      <dsp:spPr>
        <a:xfrm>
          <a:off x="4079" y="102880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Dimensions</a:t>
          </a:r>
        </a:p>
      </dsp:txBody>
      <dsp:txXfrm>
        <a:off x="4079" y="102880"/>
        <a:ext cx="1854841" cy="672081"/>
      </dsp:txXfrm>
    </dsp:sp>
    <dsp:sp modelId="{086154B4-A25F-F142-B38F-883D22E4D5DC}">
      <dsp:nvSpPr>
        <dsp:cNvPr id="0" name=""/>
        <dsp:cNvSpPr/>
      </dsp:nvSpPr>
      <dsp:spPr>
        <a:xfrm>
          <a:off x="383986" y="774961"/>
          <a:ext cx="1854841" cy="2472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1513 observations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29 colonnes</a:t>
          </a:r>
        </a:p>
      </dsp:txBody>
      <dsp:txXfrm>
        <a:off x="438312" y="829287"/>
        <a:ext cx="1746189" cy="2363873"/>
      </dsp:txXfrm>
    </dsp:sp>
    <dsp:sp modelId="{94B70273-39A2-814E-B907-8956AE0E8C76}">
      <dsp:nvSpPr>
        <dsp:cNvPr id="0" name=""/>
        <dsp:cNvSpPr/>
      </dsp:nvSpPr>
      <dsp:spPr>
        <a:xfrm>
          <a:off x="2140107" y="208020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2140107" y="300380"/>
        <a:ext cx="457576" cy="277081"/>
      </dsp:txXfrm>
    </dsp:sp>
    <dsp:sp modelId="{B99A251C-ECB3-F143-BBE1-7300E5ED1D6E}">
      <dsp:nvSpPr>
        <dsp:cNvPr id="0" name=""/>
        <dsp:cNvSpPr/>
      </dsp:nvSpPr>
      <dsp:spPr>
        <a:xfrm>
          <a:off x="2983669" y="102880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Traitement réalisé</a:t>
          </a:r>
        </a:p>
      </dsp:txBody>
      <dsp:txXfrm>
        <a:off x="2983669" y="102880"/>
        <a:ext cx="1854841" cy="672081"/>
      </dsp:txXfrm>
    </dsp:sp>
    <dsp:sp modelId="{740BC69C-9371-274C-94A3-2C3C3A16824F}">
      <dsp:nvSpPr>
        <dsp:cNvPr id="0" name=""/>
        <dsp:cNvSpPr/>
      </dsp:nvSpPr>
      <dsp:spPr>
        <a:xfrm>
          <a:off x="3363576" y="774961"/>
          <a:ext cx="1854841" cy="2472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Suppression de 22 colonnes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Attribution de </a:t>
          </a:r>
          <a:r>
            <a:rPr lang="fr-FR" sz="1800" kern="1200" dirty="0" err="1"/>
            <a:t>sku</a:t>
          </a:r>
          <a:r>
            <a:rPr lang="fr-FR" sz="1800" kern="1200" dirty="0"/>
            <a:t>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</dsp:txBody>
      <dsp:txXfrm>
        <a:off x="3417902" y="829287"/>
        <a:ext cx="1746189" cy="2363873"/>
      </dsp:txXfrm>
    </dsp:sp>
    <dsp:sp modelId="{FE5C7929-41C2-A94D-8C13-696365677223}">
      <dsp:nvSpPr>
        <dsp:cNvPr id="0" name=""/>
        <dsp:cNvSpPr/>
      </dsp:nvSpPr>
      <dsp:spPr>
        <a:xfrm>
          <a:off x="5119697" y="208020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5119697" y="300380"/>
        <a:ext cx="457576" cy="277081"/>
      </dsp:txXfrm>
    </dsp:sp>
    <dsp:sp modelId="{55253574-78CE-B443-A8A4-C4566A8755B1}">
      <dsp:nvSpPr>
        <dsp:cNvPr id="0" name=""/>
        <dsp:cNvSpPr/>
      </dsp:nvSpPr>
      <dsp:spPr>
        <a:xfrm>
          <a:off x="5963259" y="102880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Remarques</a:t>
          </a:r>
        </a:p>
      </dsp:txBody>
      <dsp:txXfrm>
        <a:off x="5963259" y="102880"/>
        <a:ext cx="1854841" cy="672081"/>
      </dsp:txXfrm>
    </dsp:sp>
    <dsp:sp modelId="{ADAB206D-1641-F247-9F78-9CB6A14B185E}">
      <dsp:nvSpPr>
        <dsp:cNvPr id="0" name=""/>
        <dsp:cNvSpPr/>
      </dsp:nvSpPr>
      <dsp:spPr>
        <a:xfrm>
          <a:off x="6343166" y="774961"/>
          <a:ext cx="1854841" cy="24725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Présence de ‘</a:t>
          </a:r>
          <a:r>
            <a:rPr lang="fr-FR" sz="1800" kern="1200" dirty="0" err="1"/>
            <a:t>sku</a:t>
          </a:r>
          <a:r>
            <a:rPr lang="fr-FR" sz="1800" kern="1200" dirty="0"/>
            <a:t>’ non conforme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« </a:t>
          </a:r>
          <a:r>
            <a:rPr lang="fr-FR" sz="1800" kern="1200" dirty="0" err="1"/>
            <a:t>Sku</a:t>
          </a:r>
          <a:r>
            <a:rPr lang="fr-FR" sz="1800" kern="1200" dirty="0"/>
            <a:t> » non renseignés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2 ventes négatives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Doublons</a:t>
          </a:r>
        </a:p>
      </dsp:txBody>
      <dsp:txXfrm>
        <a:off x="6397492" y="829287"/>
        <a:ext cx="1746189" cy="2363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A66D7-0822-BA4A-907B-FCFD43D88579}">
      <dsp:nvSpPr>
        <dsp:cNvPr id="0" name=""/>
        <dsp:cNvSpPr/>
      </dsp:nvSpPr>
      <dsp:spPr>
        <a:xfrm>
          <a:off x="4079" y="386886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Dimensions</a:t>
          </a:r>
        </a:p>
      </dsp:txBody>
      <dsp:txXfrm>
        <a:off x="4079" y="386886"/>
        <a:ext cx="1854841" cy="672081"/>
      </dsp:txXfrm>
    </dsp:sp>
    <dsp:sp modelId="{086154B4-A25F-F142-B38F-883D22E4D5DC}">
      <dsp:nvSpPr>
        <dsp:cNvPr id="0" name=""/>
        <dsp:cNvSpPr/>
      </dsp:nvSpPr>
      <dsp:spPr>
        <a:xfrm>
          <a:off x="383986" y="1058967"/>
          <a:ext cx="1854841" cy="19045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825 observations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2 colonnes</a:t>
          </a:r>
        </a:p>
      </dsp:txBody>
      <dsp:txXfrm>
        <a:off x="438312" y="1113293"/>
        <a:ext cx="1746189" cy="1795860"/>
      </dsp:txXfrm>
    </dsp:sp>
    <dsp:sp modelId="{94B70273-39A2-814E-B907-8956AE0E8C76}">
      <dsp:nvSpPr>
        <dsp:cNvPr id="0" name=""/>
        <dsp:cNvSpPr/>
      </dsp:nvSpPr>
      <dsp:spPr>
        <a:xfrm>
          <a:off x="2140107" y="492026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2140107" y="584386"/>
        <a:ext cx="457576" cy="277081"/>
      </dsp:txXfrm>
    </dsp:sp>
    <dsp:sp modelId="{B99A251C-ECB3-F143-BBE1-7300E5ED1D6E}">
      <dsp:nvSpPr>
        <dsp:cNvPr id="0" name=""/>
        <dsp:cNvSpPr/>
      </dsp:nvSpPr>
      <dsp:spPr>
        <a:xfrm>
          <a:off x="2983669" y="386886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Traitement réalisé</a:t>
          </a:r>
        </a:p>
      </dsp:txBody>
      <dsp:txXfrm>
        <a:off x="2983669" y="386886"/>
        <a:ext cx="1854841" cy="672081"/>
      </dsp:txXfrm>
    </dsp:sp>
    <dsp:sp modelId="{740BC69C-9371-274C-94A3-2C3C3A16824F}">
      <dsp:nvSpPr>
        <dsp:cNvPr id="0" name=""/>
        <dsp:cNvSpPr/>
      </dsp:nvSpPr>
      <dsp:spPr>
        <a:xfrm>
          <a:off x="3363576" y="1058967"/>
          <a:ext cx="1854841" cy="19045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Aucun traitement nécessaire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800" kern="1200" dirty="0"/>
        </a:p>
      </dsp:txBody>
      <dsp:txXfrm>
        <a:off x="3417902" y="1113293"/>
        <a:ext cx="1746189" cy="1795860"/>
      </dsp:txXfrm>
    </dsp:sp>
    <dsp:sp modelId="{FE5C7929-41C2-A94D-8C13-696365677223}">
      <dsp:nvSpPr>
        <dsp:cNvPr id="0" name=""/>
        <dsp:cNvSpPr/>
      </dsp:nvSpPr>
      <dsp:spPr>
        <a:xfrm>
          <a:off x="5119697" y="492026"/>
          <a:ext cx="596116" cy="46180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400" kern="1200"/>
        </a:p>
      </dsp:txBody>
      <dsp:txXfrm>
        <a:off x="5119697" y="584386"/>
        <a:ext cx="457576" cy="277081"/>
      </dsp:txXfrm>
    </dsp:sp>
    <dsp:sp modelId="{55253574-78CE-B443-A8A4-C4566A8755B1}">
      <dsp:nvSpPr>
        <dsp:cNvPr id="0" name=""/>
        <dsp:cNvSpPr/>
      </dsp:nvSpPr>
      <dsp:spPr>
        <a:xfrm>
          <a:off x="5963259" y="386886"/>
          <a:ext cx="1854841" cy="10081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Remarques</a:t>
          </a:r>
        </a:p>
      </dsp:txBody>
      <dsp:txXfrm>
        <a:off x="5963259" y="386886"/>
        <a:ext cx="1854841" cy="672081"/>
      </dsp:txXfrm>
    </dsp:sp>
    <dsp:sp modelId="{ADAB206D-1641-F247-9F78-9CB6A14B185E}">
      <dsp:nvSpPr>
        <dsp:cNvPr id="0" name=""/>
        <dsp:cNvSpPr/>
      </dsp:nvSpPr>
      <dsp:spPr>
        <a:xfrm>
          <a:off x="6343166" y="1058967"/>
          <a:ext cx="1854841" cy="19045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91 ‘</a:t>
          </a:r>
          <a:r>
            <a:rPr lang="fr-FR" sz="1800" kern="1200" dirty="0" err="1"/>
            <a:t>id_web</a:t>
          </a:r>
          <a:r>
            <a:rPr lang="fr-FR" sz="1800" kern="1200" dirty="0"/>
            <a:t>’ non renseignés</a:t>
          </a:r>
        </a:p>
      </dsp:txBody>
      <dsp:txXfrm>
        <a:off x="6397492" y="1113293"/>
        <a:ext cx="1746189" cy="17958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C5413-B8AC-2C4A-A065-855EC0805A2F}">
      <dsp:nvSpPr>
        <dsp:cNvPr id="0" name=""/>
        <dsp:cNvSpPr/>
      </dsp:nvSpPr>
      <dsp:spPr>
        <a:xfrm>
          <a:off x="451009" y="1398"/>
          <a:ext cx="1251630" cy="1251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df_erp</a:t>
          </a:r>
          <a:endParaRPr lang="fr-FR" sz="1800" kern="1200" dirty="0"/>
        </a:p>
      </dsp:txBody>
      <dsp:txXfrm>
        <a:off x="634306" y="184695"/>
        <a:ext cx="885036" cy="885036"/>
      </dsp:txXfrm>
    </dsp:sp>
    <dsp:sp modelId="{999B3CC5-D47E-B440-B611-44757E8337C3}">
      <dsp:nvSpPr>
        <dsp:cNvPr id="0" name=""/>
        <dsp:cNvSpPr/>
      </dsp:nvSpPr>
      <dsp:spPr>
        <a:xfrm>
          <a:off x="713851" y="1354660"/>
          <a:ext cx="725945" cy="725945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200" kern="1200"/>
        </a:p>
      </dsp:txBody>
      <dsp:txXfrm>
        <a:off x="810075" y="1632261"/>
        <a:ext cx="533497" cy="170743"/>
      </dsp:txXfrm>
    </dsp:sp>
    <dsp:sp modelId="{B922B584-A011-B44D-AB0B-0319A8637797}">
      <dsp:nvSpPr>
        <dsp:cNvPr id="0" name=""/>
        <dsp:cNvSpPr/>
      </dsp:nvSpPr>
      <dsp:spPr>
        <a:xfrm>
          <a:off x="334858" y="2182238"/>
          <a:ext cx="1483932" cy="1251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df_liaison</a:t>
          </a:r>
          <a:endParaRPr lang="fr-FR" sz="1800" kern="1200" dirty="0"/>
        </a:p>
      </dsp:txBody>
      <dsp:txXfrm>
        <a:off x="552175" y="2365535"/>
        <a:ext cx="1049298" cy="885036"/>
      </dsp:txXfrm>
    </dsp:sp>
    <dsp:sp modelId="{71218AF3-3F91-284A-8971-89EFCDD57FD4}">
      <dsp:nvSpPr>
        <dsp:cNvPr id="0" name=""/>
        <dsp:cNvSpPr/>
      </dsp:nvSpPr>
      <dsp:spPr>
        <a:xfrm>
          <a:off x="2006535" y="1484830"/>
          <a:ext cx="398018" cy="4656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/>
        </a:p>
      </dsp:txBody>
      <dsp:txXfrm>
        <a:off x="2006535" y="1577951"/>
        <a:ext cx="278613" cy="279364"/>
      </dsp:txXfrm>
    </dsp:sp>
    <dsp:sp modelId="{8561DDEE-8E87-7E45-BC78-0CCF4E74CDA8}">
      <dsp:nvSpPr>
        <dsp:cNvPr id="0" name=""/>
        <dsp:cNvSpPr/>
      </dsp:nvSpPr>
      <dsp:spPr>
        <a:xfrm>
          <a:off x="2569768" y="466003"/>
          <a:ext cx="2503260" cy="2503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100" kern="1200" dirty="0" err="1"/>
            <a:t>df_merge</a:t>
          </a:r>
          <a:endParaRPr lang="fr-FR" sz="3100" kern="1200" dirty="0"/>
        </a:p>
      </dsp:txBody>
      <dsp:txXfrm>
        <a:off x="2936362" y="832597"/>
        <a:ext cx="1770072" cy="17700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5C5413-B8AC-2C4A-A065-855EC0805A2F}">
      <dsp:nvSpPr>
        <dsp:cNvPr id="0" name=""/>
        <dsp:cNvSpPr/>
      </dsp:nvSpPr>
      <dsp:spPr>
        <a:xfrm>
          <a:off x="153420" y="290"/>
          <a:ext cx="1582242" cy="12524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df_merge</a:t>
          </a:r>
          <a:endParaRPr lang="fr-FR" sz="1800" kern="1200" dirty="0"/>
        </a:p>
      </dsp:txBody>
      <dsp:txXfrm>
        <a:off x="385134" y="183705"/>
        <a:ext cx="1118814" cy="885607"/>
      </dsp:txXfrm>
    </dsp:sp>
    <dsp:sp modelId="{999B3CC5-D47E-B440-B611-44757E8337C3}">
      <dsp:nvSpPr>
        <dsp:cNvPr id="0" name=""/>
        <dsp:cNvSpPr/>
      </dsp:nvSpPr>
      <dsp:spPr>
        <a:xfrm>
          <a:off x="581334" y="1354426"/>
          <a:ext cx="726413" cy="726413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677620" y="1632206"/>
        <a:ext cx="533841" cy="170853"/>
      </dsp:txXfrm>
    </dsp:sp>
    <dsp:sp modelId="{B922B584-A011-B44D-AB0B-0319A8637797}">
      <dsp:nvSpPr>
        <dsp:cNvPr id="0" name=""/>
        <dsp:cNvSpPr/>
      </dsp:nvSpPr>
      <dsp:spPr>
        <a:xfrm>
          <a:off x="318322" y="2182538"/>
          <a:ext cx="1252437" cy="12524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/>
            <a:t>df_web</a:t>
          </a:r>
          <a:endParaRPr lang="fr-FR" sz="1800" kern="1200" dirty="0"/>
        </a:p>
      </dsp:txBody>
      <dsp:txXfrm>
        <a:off x="501737" y="2365953"/>
        <a:ext cx="885607" cy="885607"/>
      </dsp:txXfrm>
    </dsp:sp>
    <dsp:sp modelId="{71218AF3-3F91-284A-8971-89EFCDD57FD4}">
      <dsp:nvSpPr>
        <dsp:cNvPr id="0" name=""/>
        <dsp:cNvSpPr/>
      </dsp:nvSpPr>
      <dsp:spPr>
        <a:xfrm>
          <a:off x="1923528" y="1484680"/>
          <a:ext cx="398275" cy="4659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100" kern="1200"/>
        </a:p>
      </dsp:txBody>
      <dsp:txXfrm>
        <a:off x="1923528" y="1577861"/>
        <a:ext cx="278793" cy="279544"/>
      </dsp:txXfrm>
    </dsp:sp>
    <dsp:sp modelId="{8561DDEE-8E87-7E45-BC78-0CCF4E74CDA8}">
      <dsp:nvSpPr>
        <dsp:cNvPr id="0" name=""/>
        <dsp:cNvSpPr/>
      </dsp:nvSpPr>
      <dsp:spPr>
        <a:xfrm>
          <a:off x="2487125" y="465195"/>
          <a:ext cx="2504875" cy="25048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 err="1"/>
            <a:t>df_combine</a:t>
          </a:r>
          <a:endParaRPr lang="fr-FR" sz="2500" kern="1200" dirty="0"/>
        </a:p>
      </dsp:txBody>
      <dsp:txXfrm>
        <a:off x="2853955" y="832025"/>
        <a:ext cx="1771215" cy="17712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EE0C6-9F60-0845-B632-55903048A8E4}">
      <dsp:nvSpPr>
        <dsp:cNvPr id="0" name=""/>
        <dsp:cNvSpPr/>
      </dsp:nvSpPr>
      <dsp:spPr>
        <a:xfrm>
          <a:off x="0" y="1883311"/>
          <a:ext cx="8218901" cy="1235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Seuil de prix supérieur à 3</a:t>
          </a:r>
        </a:p>
      </dsp:txBody>
      <dsp:txXfrm>
        <a:off x="0" y="1883311"/>
        <a:ext cx="8218901" cy="667254"/>
      </dsp:txXfrm>
    </dsp:sp>
    <dsp:sp modelId="{6D522E8F-4405-2B4D-B88B-44F5F85FB02D}">
      <dsp:nvSpPr>
        <dsp:cNvPr id="0" name=""/>
        <dsp:cNvSpPr/>
      </dsp:nvSpPr>
      <dsp:spPr>
        <a:xfrm>
          <a:off x="0" y="2525852"/>
          <a:ext cx="8218901" cy="56840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256032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114 euros</a:t>
          </a:r>
        </a:p>
      </dsp:txBody>
      <dsp:txXfrm>
        <a:off x="0" y="2525852"/>
        <a:ext cx="8218901" cy="568401"/>
      </dsp:txXfrm>
    </dsp:sp>
    <dsp:sp modelId="{2DCA0BE3-E63C-FB4C-92A9-0A9EDC9730A9}">
      <dsp:nvSpPr>
        <dsp:cNvPr id="0" name=""/>
        <dsp:cNvSpPr/>
      </dsp:nvSpPr>
      <dsp:spPr>
        <a:xfrm rot="10800000">
          <a:off x="0" y="1407"/>
          <a:ext cx="8218901" cy="1900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Identification par le Z-index</a:t>
          </a:r>
        </a:p>
      </dsp:txBody>
      <dsp:txXfrm rot="-10800000">
        <a:off x="0" y="1407"/>
        <a:ext cx="8218901" cy="667054"/>
      </dsp:txXfrm>
    </dsp:sp>
    <dsp:sp modelId="{1C180D95-D57F-E94B-B62C-5F5AE51D0CDB}">
      <dsp:nvSpPr>
        <dsp:cNvPr id="0" name=""/>
        <dsp:cNvSpPr/>
      </dsp:nvSpPr>
      <dsp:spPr>
        <a:xfrm>
          <a:off x="0" y="668461"/>
          <a:ext cx="8218901" cy="568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256032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 dirty="0"/>
            <a:t>moyenne – écart-type – z-score</a:t>
          </a:r>
        </a:p>
      </dsp:txBody>
      <dsp:txXfrm>
        <a:off x="0" y="668461"/>
        <a:ext cx="8218901" cy="5682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EE0C6-9F60-0845-B632-55903048A8E4}">
      <dsp:nvSpPr>
        <dsp:cNvPr id="0" name=""/>
        <dsp:cNvSpPr/>
      </dsp:nvSpPr>
      <dsp:spPr>
        <a:xfrm>
          <a:off x="0" y="1883311"/>
          <a:ext cx="5477774" cy="1235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 err="1"/>
            <a:t>Outliers</a:t>
          </a:r>
          <a:endParaRPr lang="fr-FR" sz="2400" kern="1200" dirty="0"/>
        </a:p>
      </dsp:txBody>
      <dsp:txXfrm>
        <a:off x="0" y="1883311"/>
        <a:ext cx="5477774" cy="667254"/>
      </dsp:txXfrm>
    </dsp:sp>
    <dsp:sp modelId="{6D522E8F-4405-2B4D-B88B-44F5F85FB02D}">
      <dsp:nvSpPr>
        <dsp:cNvPr id="0" name=""/>
        <dsp:cNvSpPr/>
      </dsp:nvSpPr>
      <dsp:spPr>
        <a:xfrm>
          <a:off x="0" y="2525852"/>
          <a:ext cx="5477774" cy="56840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36 - 4.35%</a:t>
          </a:r>
        </a:p>
      </dsp:txBody>
      <dsp:txXfrm>
        <a:off x="0" y="2525852"/>
        <a:ext cx="5477774" cy="568401"/>
      </dsp:txXfrm>
    </dsp:sp>
    <dsp:sp modelId="{2DCA0BE3-E63C-FB4C-92A9-0A9EDC9730A9}">
      <dsp:nvSpPr>
        <dsp:cNvPr id="0" name=""/>
        <dsp:cNvSpPr/>
      </dsp:nvSpPr>
      <dsp:spPr>
        <a:xfrm rot="10800000">
          <a:off x="0" y="1407"/>
          <a:ext cx="5477774" cy="19004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Intervalle interquartile</a:t>
          </a:r>
        </a:p>
      </dsp:txBody>
      <dsp:txXfrm rot="-10800000">
        <a:off x="0" y="1407"/>
        <a:ext cx="5477774" cy="667054"/>
      </dsp:txXfrm>
    </dsp:sp>
    <dsp:sp modelId="{1C180D95-D57F-E94B-B62C-5F5AE51D0CDB}">
      <dsp:nvSpPr>
        <dsp:cNvPr id="0" name=""/>
        <dsp:cNvSpPr/>
      </dsp:nvSpPr>
      <dsp:spPr>
        <a:xfrm>
          <a:off x="0" y="668461"/>
          <a:ext cx="5477774" cy="56823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40640" rIns="227584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kern="1200" dirty="0"/>
            <a:t>-20 et +225</a:t>
          </a:r>
        </a:p>
      </dsp:txBody>
      <dsp:txXfrm>
        <a:off x="0" y="668461"/>
        <a:ext cx="5477774" cy="5682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B5DDD-46C7-BF4A-86EB-C36F83F562F5}">
      <dsp:nvSpPr>
        <dsp:cNvPr id="0" name=""/>
        <dsp:cNvSpPr/>
      </dsp:nvSpPr>
      <dsp:spPr>
        <a:xfrm>
          <a:off x="2649" y="76968"/>
          <a:ext cx="2583047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À l’aise</a:t>
          </a:r>
        </a:p>
      </dsp:txBody>
      <dsp:txXfrm>
        <a:off x="2649" y="76968"/>
        <a:ext cx="2583047" cy="806400"/>
      </dsp:txXfrm>
    </dsp:sp>
    <dsp:sp modelId="{A9F6BD23-2DFE-6241-B636-EB581864966D}">
      <dsp:nvSpPr>
        <dsp:cNvPr id="0" name=""/>
        <dsp:cNvSpPr/>
      </dsp:nvSpPr>
      <dsp:spPr>
        <a:xfrm>
          <a:off x="2649" y="883368"/>
          <a:ext cx="2583047" cy="25264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Observation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Analyse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Graphiques</a:t>
          </a:r>
        </a:p>
      </dsp:txBody>
      <dsp:txXfrm>
        <a:off x="2649" y="883368"/>
        <a:ext cx="2583047" cy="2526472"/>
      </dsp:txXfrm>
    </dsp:sp>
    <dsp:sp modelId="{323993D1-B675-6443-8FEE-1836D3613AA8}">
      <dsp:nvSpPr>
        <dsp:cNvPr id="0" name=""/>
        <dsp:cNvSpPr/>
      </dsp:nvSpPr>
      <dsp:spPr>
        <a:xfrm>
          <a:off x="2947323" y="76968"/>
          <a:ext cx="2583047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Difficile</a:t>
          </a:r>
        </a:p>
      </dsp:txBody>
      <dsp:txXfrm>
        <a:off x="2947323" y="76968"/>
        <a:ext cx="2583047" cy="806400"/>
      </dsp:txXfrm>
    </dsp:sp>
    <dsp:sp modelId="{625A801D-D679-5D41-95B5-7B6EAA995A2F}">
      <dsp:nvSpPr>
        <dsp:cNvPr id="0" name=""/>
        <dsp:cNvSpPr/>
      </dsp:nvSpPr>
      <dsp:spPr>
        <a:xfrm>
          <a:off x="2947323" y="883368"/>
          <a:ext cx="2583047" cy="25264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Corrélation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Suppression ou conservation des données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2700" kern="1200"/>
        </a:p>
      </dsp:txBody>
      <dsp:txXfrm>
        <a:off x="2947323" y="883368"/>
        <a:ext cx="2583047" cy="2526472"/>
      </dsp:txXfrm>
    </dsp:sp>
    <dsp:sp modelId="{E14AA28F-4A16-984B-84BD-547C6C330EFA}">
      <dsp:nvSpPr>
        <dsp:cNvPr id="0" name=""/>
        <dsp:cNvSpPr/>
      </dsp:nvSpPr>
      <dsp:spPr>
        <a:xfrm>
          <a:off x="5891997" y="76968"/>
          <a:ext cx="2583047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À approfondir </a:t>
          </a:r>
        </a:p>
      </dsp:txBody>
      <dsp:txXfrm>
        <a:off x="5891997" y="76968"/>
        <a:ext cx="2583047" cy="806400"/>
      </dsp:txXfrm>
    </dsp:sp>
    <dsp:sp modelId="{881868FB-052B-FA44-968B-6DBCCC4A706B}">
      <dsp:nvSpPr>
        <dsp:cNvPr id="0" name=""/>
        <dsp:cNvSpPr/>
      </dsp:nvSpPr>
      <dsp:spPr>
        <a:xfrm>
          <a:off x="5891997" y="883368"/>
          <a:ext cx="2583047" cy="25264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Python et ses librairies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kern="1200" dirty="0"/>
            <a:t>Les statistiques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2800" kern="1200" dirty="0"/>
        </a:p>
      </dsp:txBody>
      <dsp:txXfrm>
        <a:off x="5891997" y="883368"/>
        <a:ext cx="2583047" cy="2526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4364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626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2210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117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877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3587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69198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4659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9023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27742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Bottleneck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JEAN-PHILIPPE Bénédy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Supply Chain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18 octobre 2024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Sommaire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Analyse exploratoires des données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Fusions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Analyse univariées du prix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Recommandations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Compétences acquises</a:t>
            </a:r>
          </a:p>
          <a:p>
            <a:pPr marL="285750" indent="-285750">
              <a:buFont typeface="Wingdings" pitchFamily="2" charset="2"/>
              <a:buChar char="v"/>
            </a:pPr>
            <a:endParaRPr lang="fr-FR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indent="-285750"/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77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onnées ERP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088E85-8209-95FB-E53F-F666C360C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F41A0311-961B-6996-08BD-B697660670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043077"/>
              </p:ext>
            </p:extLst>
          </p:nvPr>
        </p:nvGraphicFramePr>
        <p:xfrm>
          <a:off x="476246" y="1568450"/>
          <a:ext cx="8202087" cy="3350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Analyses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onnées web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088E85-8209-95FB-E53F-F666C360C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5E762C21-1C5A-A320-0CAB-64D3DF4D0F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944129"/>
              </p:ext>
            </p:extLst>
          </p:nvPr>
        </p:nvGraphicFramePr>
        <p:xfrm>
          <a:off x="476246" y="1568450"/>
          <a:ext cx="8202087" cy="3350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7364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xploratoires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</a:t>
            </a: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d</a:t>
            </a: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onnées liaison 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088E85-8209-95FB-E53F-F666C360C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FEDFE622-EE95-8038-0E3D-778C1ED6F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439062"/>
              </p:ext>
            </p:extLst>
          </p:nvPr>
        </p:nvGraphicFramePr>
        <p:xfrm>
          <a:off x="476246" y="1568450"/>
          <a:ext cx="8202087" cy="3350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6131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des données </a:t>
            </a:r>
            <a:r>
              <a:rPr lang="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df_merge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DCDE626-33D7-C7E2-C9AA-DF00794973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74903835-91FB-BE4B-256D-320582BCCA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5952950"/>
              </p:ext>
            </p:extLst>
          </p:nvPr>
        </p:nvGraphicFramePr>
        <p:xfrm>
          <a:off x="273246" y="1473600"/>
          <a:ext cx="5407887" cy="343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6A784CB-AD9D-F970-B4A1-FD8479C82BAD}"/>
              </a:ext>
            </a:extLst>
          </p:cNvPr>
          <p:cNvSpPr txBox="1"/>
          <p:nvPr/>
        </p:nvSpPr>
        <p:spPr>
          <a:xfrm>
            <a:off x="5681133" y="1566333"/>
            <a:ext cx="297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Jointure = </a:t>
            </a:r>
            <a:r>
              <a:rPr lang="fr-FR" dirty="0" err="1"/>
              <a:t>outer</a:t>
            </a:r>
            <a:endParaRPr lang="fr-FR" dirty="0"/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Clé = « </a:t>
            </a:r>
            <a:r>
              <a:rPr lang="fr-FR" dirty="0" err="1"/>
              <a:t>product_id</a:t>
            </a:r>
            <a:r>
              <a:rPr lang="fr-FR" dirty="0"/>
              <a:t> »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Toutes les lignes correspondent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des données </a:t>
            </a:r>
            <a:r>
              <a:rPr lang="fr" sz="2500" b="0" i="0" u="none" strike="noStrike" cap="none" dirty="0" err="1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df_combine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DCDE626-33D7-C7E2-C9AA-DF00794973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74903835-91FB-BE4B-256D-320582BCCA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992944"/>
              </p:ext>
            </p:extLst>
          </p:nvPr>
        </p:nvGraphicFramePr>
        <p:xfrm>
          <a:off x="273246" y="1473600"/>
          <a:ext cx="5145421" cy="3435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6A784CB-AD9D-F970-B4A1-FD8479C82BAD}"/>
              </a:ext>
            </a:extLst>
          </p:cNvPr>
          <p:cNvSpPr txBox="1"/>
          <p:nvPr/>
        </p:nvSpPr>
        <p:spPr>
          <a:xfrm>
            <a:off x="5681133" y="1566333"/>
            <a:ext cx="2971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Jointure = </a:t>
            </a:r>
            <a:r>
              <a:rPr lang="fr-FR" dirty="0" err="1"/>
              <a:t>outer</a:t>
            </a:r>
            <a:endParaRPr lang="fr-FR" dirty="0"/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Clé = « </a:t>
            </a:r>
            <a:r>
              <a:rPr lang="fr-FR" dirty="0" err="1"/>
              <a:t>id_web</a:t>
            </a:r>
            <a:r>
              <a:rPr lang="fr-FR" dirty="0"/>
              <a:t>» et « </a:t>
            </a:r>
            <a:r>
              <a:rPr lang="fr-FR" dirty="0" err="1"/>
              <a:t>sku</a:t>
            </a:r>
            <a:r>
              <a:rPr lang="fr-FR" dirty="0"/>
              <a:t> »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/>
              <a:t>114 lignes qui ne correspondent pas</a:t>
            </a:r>
          </a:p>
        </p:txBody>
      </p:sp>
    </p:spTree>
    <p:extLst>
      <p:ext uri="{BB962C8B-B14F-4D97-AF65-F5344CB8AC3E}">
        <p14:creationId xmlns:p14="http://schemas.microsoft.com/office/powerpoint/2010/main" val="313761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DC1B649-94E4-AEE3-BAF2-E6BD8DB213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721CA1A8-38BF-827C-C012-D1815834A6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570356"/>
              </p:ext>
            </p:extLst>
          </p:nvPr>
        </p:nvGraphicFramePr>
        <p:xfrm>
          <a:off x="527907" y="1542842"/>
          <a:ext cx="8218901" cy="312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DC1B649-94E4-AEE3-BAF2-E6BD8DB213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8D661EF-3086-6918-C594-F4EE84065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09" y="1542842"/>
            <a:ext cx="2281266" cy="3188475"/>
          </a:xfrm>
          <a:prstGeom prst="rect">
            <a:avLst/>
          </a:prstGeom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4B1DD67C-AA14-7F98-3E4F-D16D07B32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849276"/>
              </p:ext>
            </p:extLst>
          </p:nvPr>
        </p:nvGraphicFramePr>
        <p:xfrm>
          <a:off x="232913" y="1542842"/>
          <a:ext cx="5477774" cy="3120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0624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912778" y="19393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Top 20 des articles par CA</a:t>
            </a:r>
            <a:endParaRPr sz="24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BE82D-6BD9-5423-364F-2CB103C83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9057308-F921-F114-B4C8-BD95D907C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8" y="1627766"/>
            <a:ext cx="7496355" cy="3035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22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Top 20 des articles par quantités vendus</a:t>
            </a:r>
            <a:endParaRPr sz="24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BE82D-6BD9-5423-364F-2CB103C83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C1CF6B7-DD0C-362F-2FE1-D9B61328A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3" y="1938787"/>
            <a:ext cx="7788625" cy="22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86899" y="21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Flop 20 – mois de stock</a:t>
            </a:r>
            <a:endParaRPr sz="24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BE82D-6BD9-5423-364F-2CB103C83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378EF4C-C481-F405-B233-2353D4B49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23" y="1977615"/>
            <a:ext cx="8047271" cy="233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694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69646" y="21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Taux de marge</a:t>
            </a:r>
            <a:endParaRPr sz="24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BE82D-6BD9-5423-364F-2CB103C83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9E7044A-7ADF-0118-FB7E-FB4451D07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8" y="2010707"/>
            <a:ext cx="8215335" cy="230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50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86899" y="210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400" dirty="0">
                <a:solidFill>
                  <a:srgbClr val="F3F3F3"/>
                </a:solidFill>
                <a:latin typeface="Montserrat"/>
                <a:sym typeface="Montserrat"/>
              </a:rPr>
              <a:t>Corrélations</a:t>
            </a:r>
            <a:endParaRPr sz="2400"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84BE82D-6BD9-5423-364F-2CB103C83E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FD8F526-A644-CB90-095F-7958CA483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226" y="1665917"/>
            <a:ext cx="5287992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3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Recommandations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Concertations avec les services concernés pour les erreurs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Augmentation du prix HT du ‘Egly-</a:t>
            </a:r>
            <a:r>
              <a:rPr lang="fr-FR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Ouriet</a:t>
            </a: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’ (77.48 vs 81,38)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Refaire une analyse après les fêtes (Mi-Janvier)</a:t>
            </a:r>
          </a:p>
          <a:p>
            <a:pPr marL="0" indent="0">
              <a:buNone/>
            </a:pPr>
            <a:endParaRPr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Conclusion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Valorisation du stock importante au regard du CA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17k bouteilles (stockage pour les fêtes ? )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Produits les plus stockés : Champagne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fr-FR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Certains produits avec prix de ventes &lt; prix d’achat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29E9E34-7265-FF5E-B903-EFA2CB5C3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6897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6AFB4A8-8F41-9B1A-B3E7-79AA953D52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22DFD755-A214-498B-CE78-78E5CFCD6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007438"/>
              </p:ext>
            </p:extLst>
          </p:nvPr>
        </p:nvGraphicFramePr>
        <p:xfrm>
          <a:off x="122842" y="1570008"/>
          <a:ext cx="8477694" cy="3486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14954</TotalTime>
  <Words>363</Words>
  <Application>Microsoft Macintosh PowerPoint</Application>
  <PresentationFormat>Affichage à l'écran (16:9)</PresentationFormat>
  <Paragraphs>113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Wingdings</vt:lpstr>
      <vt:lpstr>Montserrat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JEAN PHILIPPE Benedy</cp:lastModifiedBy>
  <cp:revision>30</cp:revision>
  <dcterms:modified xsi:type="dcterms:W3CDTF">2025-01-05T13:03:32Z</dcterms:modified>
</cp:coreProperties>
</file>