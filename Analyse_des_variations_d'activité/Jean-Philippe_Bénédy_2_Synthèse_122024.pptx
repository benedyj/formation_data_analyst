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83" r:id="rId4"/>
    <p:sldId id="268" r:id="rId5"/>
    <p:sldId id="284" r:id="rId6"/>
    <p:sldId id="285" r:id="rId7"/>
    <p:sldId id="270" r:id="rId8"/>
    <p:sldId id="286" r:id="rId9"/>
    <p:sldId id="288" r:id="rId10"/>
    <p:sldId id="287" r:id="rId11"/>
    <p:sldId id="289" r:id="rId12"/>
    <p:sldId id="295" r:id="rId13"/>
    <p:sldId id="271" r:id="rId14"/>
    <p:sldId id="290" r:id="rId15"/>
    <p:sldId id="293" r:id="rId16"/>
    <p:sldId id="296" r:id="rId17"/>
    <p:sldId id="294" r:id="rId18"/>
    <p:sldId id="297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grzrqtyc6NFMljW0vJjHtN/3s2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B276D6-7DA8-486D-9897-4FA2B4CCD1D1}">
  <a:tblStyle styleId="{D8B276D6-7DA8-486D-9897-4FA2B4CCD1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05"/>
    <p:restoredTop sz="94083"/>
  </p:normalViewPr>
  <p:slideViewPr>
    <p:cSldViewPr snapToGrid="0">
      <p:cViewPr varScale="1">
        <p:scale>
          <a:sx n="147" d="100"/>
          <a:sy n="147" d="100"/>
        </p:scale>
        <p:origin x="512" y="184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E9B422-5BB0-C143-98B6-EF96A6A57A56}" type="doc">
      <dgm:prSet loTypeId="urn:microsoft.com/office/officeart/2005/8/layout/vProcess5" loCatId="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fr-FR"/>
        </a:p>
      </dgm:t>
    </dgm:pt>
    <dgm:pt modelId="{591E778D-497D-D242-998F-797CA143DA50}">
      <dgm:prSet phldrT="[Texte]"/>
      <dgm:spPr/>
      <dgm:t>
        <a:bodyPr/>
        <a:lstStyle/>
        <a:p>
          <a:r>
            <a:rPr lang="fr-FR" dirty="0"/>
            <a:t>Priorisation des articles</a:t>
          </a:r>
        </a:p>
      </dgm:t>
    </dgm:pt>
    <dgm:pt modelId="{CE255998-D520-8345-96DB-494C0CA02873}" type="parTrans" cxnId="{77531063-9207-3F4C-89C1-F5A1E8051635}">
      <dgm:prSet/>
      <dgm:spPr/>
      <dgm:t>
        <a:bodyPr/>
        <a:lstStyle/>
        <a:p>
          <a:endParaRPr lang="fr-FR"/>
        </a:p>
      </dgm:t>
    </dgm:pt>
    <dgm:pt modelId="{517A1EE4-A331-6A45-B3B8-00D417AFAD50}" type="sibTrans" cxnId="{77531063-9207-3F4C-89C1-F5A1E8051635}">
      <dgm:prSet/>
      <dgm:spPr/>
      <dgm:t>
        <a:bodyPr/>
        <a:lstStyle/>
        <a:p>
          <a:endParaRPr lang="fr-FR"/>
        </a:p>
      </dgm:t>
    </dgm:pt>
    <dgm:pt modelId="{A6FCFEF9-9682-904A-86CE-F25E730CBDF0}">
      <dgm:prSet/>
      <dgm:spPr/>
      <dgm:t>
        <a:bodyPr/>
        <a:lstStyle/>
        <a:p>
          <a:r>
            <a:rPr lang="fr-FR" dirty="0"/>
            <a:t>Tomate – Pomme </a:t>
          </a:r>
        </a:p>
      </dgm:t>
    </dgm:pt>
    <dgm:pt modelId="{1C716BDC-67AE-634E-A714-78857A4577F1}" type="parTrans" cxnId="{A2246410-9CC4-DB4F-9271-84EC96886BE7}">
      <dgm:prSet/>
      <dgm:spPr/>
      <dgm:t>
        <a:bodyPr/>
        <a:lstStyle/>
        <a:p>
          <a:endParaRPr lang="fr-FR"/>
        </a:p>
      </dgm:t>
    </dgm:pt>
    <dgm:pt modelId="{F2CFA36A-0590-284B-91B9-BF8A22B020C3}" type="sibTrans" cxnId="{A2246410-9CC4-DB4F-9271-84EC96886BE7}">
      <dgm:prSet/>
      <dgm:spPr/>
      <dgm:t>
        <a:bodyPr/>
        <a:lstStyle/>
        <a:p>
          <a:endParaRPr lang="fr-FR"/>
        </a:p>
      </dgm:t>
    </dgm:pt>
    <dgm:pt modelId="{BA17A45E-C54E-8849-82D2-9A52AFCB9E8E}">
      <dgm:prSet/>
      <dgm:spPr/>
      <dgm:t>
        <a:bodyPr/>
        <a:lstStyle/>
        <a:p>
          <a:r>
            <a:rPr lang="fr-FR" dirty="0"/>
            <a:t>Banane – Abricot - Kiwi</a:t>
          </a:r>
        </a:p>
      </dgm:t>
    </dgm:pt>
    <dgm:pt modelId="{D7973818-16FE-A14F-8263-30F45B2E0227}" type="parTrans" cxnId="{57288054-F959-E04C-8A1B-093E14F7F393}">
      <dgm:prSet/>
      <dgm:spPr/>
      <dgm:t>
        <a:bodyPr/>
        <a:lstStyle/>
        <a:p>
          <a:endParaRPr lang="fr-FR"/>
        </a:p>
      </dgm:t>
    </dgm:pt>
    <dgm:pt modelId="{2097194A-2E23-3840-A000-58B6C43A2DD8}" type="sibTrans" cxnId="{57288054-F959-E04C-8A1B-093E14F7F393}">
      <dgm:prSet/>
      <dgm:spPr/>
      <dgm:t>
        <a:bodyPr/>
        <a:lstStyle/>
        <a:p>
          <a:endParaRPr lang="fr-FR"/>
        </a:p>
      </dgm:t>
    </dgm:pt>
    <dgm:pt modelId="{AC99EF72-C5FE-7343-A2BA-24E1F33939CB}" type="pres">
      <dgm:prSet presAssocID="{7CE9B422-5BB0-C143-98B6-EF96A6A57A56}" presName="outerComposite" presStyleCnt="0">
        <dgm:presLayoutVars>
          <dgm:chMax val="5"/>
          <dgm:dir/>
          <dgm:resizeHandles val="exact"/>
        </dgm:presLayoutVars>
      </dgm:prSet>
      <dgm:spPr/>
    </dgm:pt>
    <dgm:pt modelId="{925C69D6-1B5D-0E4F-BE45-B5CBE5A81E93}" type="pres">
      <dgm:prSet presAssocID="{7CE9B422-5BB0-C143-98B6-EF96A6A57A56}" presName="dummyMaxCanvas" presStyleCnt="0">
        <dgm:presLayoutVars/>
      </dgm:prSet>
      <dgm:spPr/>
    </dgm:pt>
    <dgm:pt modelId="{769CC1D3-1951-0643-AA1A-2A98F3945B7E}" type="pres">
      <dgm:prSet presAssocID="{7CE9B422-5BB0-C143-98B6-EF96A6A57A56}" presName="ThreeNodes_1" presStyleLbl="node1" presStyleIdx="0" presStyleCnt="3">
        <dgm:presLayoutVars>
          <dgm:bulletEnabled val="1"/>
        </dgm:presLayoutVars>
      </dgm:prSet>
      <dgm:spPr/>
    </dgm:pt>
    <dgm:pt modelId="{3AC74AC9-9FAB-B644-8157-F2D7B4BC7C4A}" type="pres">
      <dgm:prSet presAssocID="{7CE9B422-5BB0-C143-98B6-EF96A6A57A56}" presName="ThreeNodes_2" presStyleLbl="node1" presStyleIdx="1" presStyleCnt="3">
        <dgm:presLayoutVars>
          <dgm:bulletEnabled val="1"/>
        </dgm:presLayoutVars>
      </dgm:prSet>
      <dgm:spPr/>
    </dgm:pt>
    <dgm:pt modelId="{8ABEEE35-5399-D64F-88E3-F7DF246677E1}" type="pres">
      <dgm:prSet presAssocID="{7CE9B422-5BB0-C143-98B6-EF96A6A57A56}" presName="ThreeNodes_3" presStyleLbl="node1" presStyleIdx="2" presStyleCnt="3">
        <dgm:presLayoutVars>
          <dgm:bulletEnabled val="1"/>
        </dgm:presLayoutVars>
      </dgm:prSet>
      <dgm:spPr/>
    </dgm:pt>
    <dgm:pt modelId="{659ED925-DBE6-5A4A-85BA-514CCE15487C}" type="pres">
      <dgm:prSet presAssocID="{7CE9B422-5BB0-C143-98B6-EF96A6A57A56}" presName="ThreeConn_1-2" presStyleLbl="fgAccFollowNode1" presStyleIdx="0" presStyleCnt="2">
        <dgm:presLayoutVars>
          <dgm:bulletEnabled val="1"/>
        </dgm:presLayoutVars>
      </dgm:prSet>
      <dgm:spPr/>
    </dgm:pt>
    <dgm:pt modelId="{73A02BE9-BB17-3A48-B5A7-3561536A144B}" type="pres">
      <dgm:prSet presAssocID="{7CE9B422-5BB0-C143-98B6-EF96A6A57A56}" presName="ThreeConn_2-3" presStyleLbl="fgAccFollowNode1" presStyleIdx="1" presStyleCnt="2">
        <dgm:presLayoutVars>
          <dgm:bulletEnabled val="1"/>
        </dgm:presLayoutVars>
      </dgm:prSet>
      <dgm:spPr/>
    </dgm:pt>
    <dgm:pt modelId="{1D413B14-7419-0546-B8E5-766F8246526C}" type="pres">
      <dgm:prSet presAssocID="{7CE9B422-5BB0-C143-98B6-EF96A6A57A56}" presName="ThreeNodes_1_text" presStyleLbl="node1" presStyleIdx="2" presStyleCnt="3">
        <dgm:presLayoutVars>
          <dgm:bulletEnabled val="1"/>
        </dgm:presLayoutVars>
      </dgm:prSet>
      <dgm:spPr/>
    </dgm:pt>
    <dgm:pt modelId="{265FF346-AD27-1E46-BAC3-4AC0365965A4}" type="pres">
      <dgm:prSet presAssocID="{7CE9B422-5BB0-C143-98B6-EF96A6A57A56}" presName="ThreeNodes_2_text" presStyleLbl="node1" presStyleIdx="2" presStyleCnt="3">
        <dgm:presLayoutVars>
          <dgm:bulletEnabled val="1"/>
        </dgm:presLayoutVars>
      </dgm:prSet>
      <dgm:spPr/>
    </dgm:pt>
    <dgm:pt modelId="{E536D5FD-6DDF-E448-B1EF-5C6FC356E546}" type="pres">
      <dgm:prSet presAssocID="{7CE9B422-5BB0-C143-98B6-EF96A6A57A56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6CDE80B-760F-8048-A237-304D86578EC5}" type="presOf" srcId="{A6FCFEF9-9682-904A-86CE-F25E730CBDF0}" destId="{3AC74AC9-9FAB-B644-8157-F2D7B4BC7C4A}" srcOrd="0" destOrd="0" presId="urn:microsoft.com/office/officeart/2005/8/layout/vProcess5"/>
    <dgm:cxn modelId="{A2246410-9CC4-DB4F-9271-84EC96886BE7}" srcId="{7CE9B422-5BB0-C143-98B6-EF96A6A57A56}" destId="{A6FCFEF9-9682-904A-86CE-F25E730CBDF0}" srcOrd="1" destOrd="0" parTransId="{1C716BDC-67AE-634E-A714-78857A4577F1}" sibTransId="{F2CFA36A-0590-284B-91B9-BF8A22B020C3}"/>
    <dgm:cxn modelId="{1ADC7A4C-E082-E440-B6C3-3D1ED1785D33}" type="presOf" srcId="{A6FCFEF9-9682-904A-86CE-F25E730CBDF0}" destId="{265FF346-AD27-1E46-BAC3-4AC0365965A4}" srcOrd="1" destOrd="0" presId="urn:microsoft.com/office/officeart/2005/8/layout/vProcess5"/>
    <dgm:cxn modelId="{57288054-F959-E04C-8A1B-093E14F7F393}" srcId="{7CE9B422-5BB0-C143-98B6-EF96A6A57A56}" destId="{BA17A45E-C54E-8849-82D2-9A52AFCB9E8E}" srcOrd="2" destOrd="0" parTransId="{D7973818-16FE-A14F-8263-30F45B2E0227}" sibTransId="{2097194A-2E23-3840-A000-58B6C43A2DD8}"/>
    <dgm:cxn modelId="{0DE31055-D3F1-8143-AFA7-AEF3F6F75F69}" type="presOf" srcId="{BA17A45E-C54E-8849-82D2-9A52AFCB9E8E}" destId="{8ABEEE35-5399-D64F-88E3-F7DF246677E1}" srcOrd="0" destOrd="0" presId="urn:microsoft.com/office/officeart/2005/8/layout/vProcess5"/>
    <dgm:cxn modelId="{77531063-9207-3F4C-89C1-F5A1E8051635}" srcId="{7CE9B422-5BB0-C143-98B6-EF96A6A57A56}" destId="{591E778D-497D-D242-998F-797CA143DA50}" srcOrd="0" destOrd="0" parTransId="{CE255998-D520-8345-96DB-494C0CA02873}" sibTransId="{517A1EE4-A331-6A45-B3B8-00D417AFAD50}"/>
    <dgm:cxn modelId="{67C9798B-279D-454B-8293-37E30A57DEA0}" type="presOf" srcId="{591E778D-497D-D242-998F-797CA143DA50}" destId="{1D413B14-7419-0546-B8E5-766F8246526C}" srcOrd="1" destOrd="0" presId="urn:microsoft.com/office/officeart/2005/8/layout/vProcess5"/>
    <dgm:cxn modelId="{75EA2A93-CD5F-A340-9F1E-945AEB6EDB06}" type="presOf" srcId="{517A1EE4-A331-6A45-B3B8-00D417AFAD50}" destId="{659ED925-DBE6-5A4A-85BA-514CCE15487C}" srcOrd="0" destOrd="0" presId="urn:microsoft.com/office/officeart/2005/8/layout/vProcess5"/>
    <dgm:cxn modelId="{30B08CD0-7B39-BC47-8938-86AFE4C7678A}" type="presOf" srcId="{591E778D-497D-D242-998F-797CA143DA50}" destId="{769CC1D3-1951-0643-AA1A-2A98F3945B7E}" srcOrd="0" destOrd="0" presId="urn:microsoft.com/office/officeart/2005/8/layout/vProcess5"/>
    <dgm:cxn modelId="{225D45E6-4385-0C4A-8E06-345A75BF0D6D}" type="presOf" srcId="{F2CFA36A-0590-284B-91B9-BF8A22B020C3}" destId="{73A02BE9-BB17-3A48-B5A7-3561536A144B}" srcOrd="0" destOrd="0" presId="urn:microsoft.com/office/officeart/2005/8/layout/vProcess5"/>
    <dgm:cxn modelId="{DC50DAEF-79D4-3543-A9EF-B9AB6AE2BD22}" type="presOf" srcId="{BA17A45E-C54E-8849-82D2-9A52AFCB9E8E}" destId="{E536D5FD-6DDF-E448-B1EF-5C6FC356E546}" srcOrd="1" destOrd="0" presId="urn:microsoft.com/office/officeart/2005/8/layout/vProcess5"/>
    <dgm:cxn modelId="{E14C8DF7-6866-6848-A7B5-FBE208763767}" type="presOf" srcId="{7CE9B422-5BB0-C143-98B6-EF96A6A57A56}" destId="{AC99EF72-C5FE-7343-A2BA-24E1F33939CB}" srcOrd="0" destOrd="0" presId="urn:microsoft.com/office/officeart/2005/8/layout/vProcess5"/>
    <dgm:cxn modelId="{8ADD2434-AE99-F24A-A410-5BFAC4ED46D0}" type="presParOf" srcId="{AC99EF72-C5FE-7343-A2BA-24E1F33939CB}" destId="{925C69D6-1B5D-0E4F-BE45-B5CBE5A81E93}" srcOrd="0" destOrd="0" presId="urn:microsoft.com/office/officeart/2005/8/layout/vProcess5"/>
    <dgm:cxn modelId="{F2D802A7-790A-9147-9416-E4E8F226FB22}" type="presParOf" srcId="{AC99EF72-C5FE-7343-A2BA-24E1F33939CB}" destId="{769CC1D3-1951-0643-AA1A-2A98F3945B7E}" srcOrd="1" destOrd="0" presId="urn:microsoft.com/office/officeart/2005/8/layout/vProcess5"/>
    <dgm:cxn modelId="{04CA3C1F-EEAF-894F-8E57-B20F35C7DDF4}" type="presParOf" srcId="{AC99EF72-C5FE-7343-A2BA-24E1F33939CB}" destId="{3AC74AC9-9FAB-B644-8157-F2D7B4BC7C4A}" srcOrd="2" destOrd="0" presId="urn:microsoft.com/office/officeart/2005/8/layout/vProcess5"/>
    <dgm:cxn modelId="{1EBA4349-89DC-3D44-8E6A-8C7F2ED56CD7}" type="presParOf" srcId="{AC99EF72-C5FE-7343-A2BA-24E1F33939CB}" destId="{8ABEEE35-5399-D64F-88E3-F7DF246677E1}" srcOrd="3" destOrd="0" presId="urn:microsoft.com/office/officeart/2005/8/layout/vProcess5"/>
    <dgm:cxn modelId="{558E5124-F8C9-214F-9FDA-0ACCA61F91C4}" type="presParOf" srcId="{AC99EF72-C5FE-7343-A2BA-24E1F33939CB}" destId="{659ED925-DBE6-5A4A-85BA-514CCE15487C}" srcOrd="4" destOrd="0" presId="urn:microsoft.com/office/officeart/2005/8/layout/vProcess5"/>
    <dgm:cxn modelId="{AE77F3D9-24EE-084D-974E-9CF94DB78489}" type="presParOf" srcId="{AC99EF72-C5FE-7343-A2BA-24E1F33939CB}" destId="{73A02BE9-BB17-3A48-B5A7-3561536A144B}" srcOrd="5" destOrd="0" presId="urn:microsoft.com/office/officeart/2005/8/layout/vProcess5"/>
    <dgm:cxn modelId="{5F36F564-0481-544A-972A-649366C5B21A}" type="presParOf" srcId="{AC99EF72-C5FE-7343-A2BA-24E1F33939CB}" destId="{1D413B14-7419-0546-B8E5-766F8246526C}" srcOrd="6" destOrd="0" presId="urn:microsoft.com/office/officeart/2005/8/layout/vProcess5"/>
    <dgm:cxn modelId="{89B09FE8-8133-B147-A5CB-2CA0158322E5}" type="presParOf" srcId="{AC99EF72-C5FE-7343-A2BA-24E1F33939CB}" destId="{265FF346-AD27-1E46-BAC3-4AC0365965A4}" srcOrd="7" destOrd="0" presId="urn:microsoft.com/office/officeart/2005/8/layout/vProcess5"/>
    <dgm:cxn modelId="{E87F2FFA-D204-EB48-8279-F783A3F2128A}" type="presParOf" srcId="{AC99EF72-C5FE-7343-A2BA-24E1F33939CB}" destId="{E536D5FD-6DDF-E448-B1EF-5C6FC356E546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AFE32E-8BA7-A14E-8957-7A3EC230F245}" type="doc">
      <dgm:prSet loTypeId="urn:microsoft.com/office/officeart/2005/8/layout/hProcess7" loCatId="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fr-FR"/>
        </a:p>
      </dgm:t>
    </dgm:pt>
    <dgm:pt modelId="{865D35D0-03BF-1846-BE77-6F9626E3C085}">
      <dgm:prSet phldrT="[Texte]"/>
      <dgm:spPr/>
      <dgm:t>
        <a:bodyPr/>
        <a:lstStyle/>
        <a:p>
          <a:r>
            <a:rPr lang="fr-FR" dirty="0"/>
            <a:t>Janvier - Mars</a:t>
          </a:r>
        </a:p>
      </dgm:t>
    </dgm:pt>
    <dgm:pt modelId="{BE773804-AB27-0D4C-83E4-376D56A13685}" type="parTrans" cxnId="{8BAA9B52-275D-264D-8CA0-A02758136BFC}">
      <dgm:prSet/>
      <dgm:spPr/>
      <dgm:t>
        <a:bodyPr/>
        <a:lstStyle/>
        <a:p>
          <a:endParaRPr lang="fr-FR"/>
        </a:p>
      </dgm:t>
    </dgm:pt>
    <dgm:pt modelId="{D281F2A6-A44E-874D-9D04-321563E80142}" type="sibTrans" cxnId="{8BAA9B52-275D-264D-8CA0-A02758136BFC}">
      <dgm:prSet/>
      <dgm:spPr/>
      <dgm:t>
        <a:bodyPr/>
        <a:lstStyle/>
        <a:p>
          <a:endParaRPr lang="fr-FR"/>
        </a:p>
      </dgm:t>
    </dgm:pt>
    <dgm:pt modelId="{7188043D-5A7B-4B46-A039-7C16878EEB0D}">
      <dgm:prSet phldrT="[Texte]" custT="1"/>
      <dgm:spPr/>
      <dgm:t>
        <a:bodyPr/>
        <a:lstStyle/>
        <a:p>
          <a:pPr>
            <a:buFont typeface="Wingdings" pitchFamily="2" charset="2"/>
            <a:buChar char="v"/>
          </a:pPr>
          <a:r>
            <a:rPr lang="fr-FR" sz="2400" dirty="0"/>
            <a:t>Pomme</a:t>
          </a:r>
        </a:p>
      </dgm:t>
    </dgm:pt>
    <dgm:pt modelId="{B1B98FEF-FA38-3448-A8EA-F6F257F31160}" type="parTrans" cxnId="{4D9DE6BC-BAA8-2C45-8B69-DF682A8712D7}">
      <dgm:prSet/>
      <dgm:spPr/>
      <dgm:t>
        <a:bodyPr/>
        <a:lstStyle/>
        <a:p>
          <a:endParaRPr lang="fr-FR"/>
        </a:p>
      </dgm:t>
    </dgm:pt>
    <dgm:pt modelId="{4CF65E7E-E1CF-E140-AB95-42B79E93934C}" type="sibTrans" cxnId="{4D9DE6BC-BAA8-2C45-8B69-DF682A8712D7}">
      <dgm:prSet/>
      <dgm:spPr/>
      <dgm:t>
        <a:bodyPr/>
        <a:lstStyle/>
        <a:p>
          <a:endParaRPr lang="fr-FR"/>
        </a:p>
      </dgm:t>
    </dgm:pt>
    <dgm:pt modelId="{1F310C34-9859-B641-ABC7-DB236A472964}">
      <dgm:prSet phldrT="[Texte]"/>
      <dgm:spPr/>
      <dgm:t>
        <a:bodyPr/>
        <a:lstStyle/>
        <a:p>
          <a:r>
            <a:rPr lang="fr-FR" dirty="0"/>
            <a:t>Mars - Octobre</a:t>
          </a:r>
        </a:p>
      </dgm:t>
    </dgm:pt>
    <dgm:pt modelId="{BEB217DF-12CA-834C-91CD-CCE69CB8002F}" type="parTrans" cxnId="{48F5D1F9-4E08-1449-8B2F-C02479BC39E4}">
      <dgm:prSet/>
      <dgm:spPr/>
      <dgm:t>
        <a:bodyPr/>
        <a:lstStyle/>
        <a:p>
          <a:endParaRPr lang="fr-FR"/>
        </a:p>
      </dgm:t>
    </dgm:pt>
    <dgm:pt modelId="{88592562-095B-2742-A894-D20D1A03271D}" type="sibTrans" cxnId="{48F5D1F9-4E08-1449-8B2F-C02479BC39E4}">
      <dgm:prSet/>
      <dgm:spPr/>
      <dgm:t>
        <a:bodyPr/>
        <a:lstStyle/>
        <a:p>
          <a:endParaRPr lang="fr-FR"/>
        </a:p>
      </dgm:t>
    </dgm:pt>
    <dgm:pt modelId="{3BB19502-7E8B-EF4F-A25A-38EC6D6942BB}">
      <dgm:prSet phldrT="[Texte]" custT="1"/>
      <dgm:spPr/>
      <dgm:t>
        <a:bodyPr/>
        <a:lstStyle/>
        <a:p>
          <a:r>
            <a:rPr lang="fr-FR" sz="2400" dirty="0"/>
            <a:t>Tomate</a:t>
          </a:r>
        </a:p>
      </dgm:t>
    </dgm:pt>
    <dgm:pt modelId="{AC0D9514-183B-6A4B-92AF-78D3B5513503}" type="parTrans" cxnId="{7A933F82-FEA8-264C-8804-92E31EDC2D7C}">
      <dgm:prSet/>
      <dgm:spPr/>
      <dgm:t>
        <a:bodyPr/>
        <a:lstStyle/>
        <a:p>
          <a:endParaRPr lang="fr-FR"/>
        </a:p>
      </dgm:t>
    </dgm:pt>
    <dgm:pt modelId="{9FF6399E-7C5E-014D-BD95-03BA2C3CA829}" type="sibTrans" cxnId="{7A933F82-FEA8-264C-8804-92E31EDC2D7C}">
      <dgm:prSet/>
      <dgm:spPr/>
      <dgm:t>
        <a:bodyPr/>
        <a:lstStyle/>
        <a:p>
          <a:endParaRPr lang="fr-FR"/>
        </a:p>
      </dgm:t>
    </dgm:pt>
    <dgm:pt modelId="{C974A38C-1C0E-FF48-B6F0-69A351829C0C}">
      <dgm:prSet phldrT="[Texte]"/>
      <dgm:spPr/>
      <dgm:t>
        <a:bodyPr/>
        <a:lstStyle/>
        <a:p>
          <a:r>
            <a:rPr lang="fr-FR" dirty="0"/>
            <a:t>Octobre - Décembre</a:t>
          </a:r>
        </a:p>
      </dgm:t>
    </dgm:pt>
    <dgm:pt modelId="{C755DF38-18BA-7544-8ECA-22CE812B8B71}" type="parTrans" cxnId="{C85BAAD8-627C-C948-B663-5DEBAA56BBE3}">
      <dgm:prSet/>
      <dgm:spPr/>
      <dgm:t>
        <a:bodyPr/>
        <a:lstStyle/>
        <a:p>
          <a:endParaRPr lang="fr-FR"/>
        </a:p>
      </dgm:t>
    </dgm:pt>
    <dgm:pt modelId="{B9C8D7ED-DADC-9A4A-94D9-7DE9C9AFCAE3}" type="sibTrans" cxnId="{C85BAAD8-627C-C948-B663-5DEBAA56BBE3}">
      <dgm:prSet/>
      <dgm:spPr/>
      <dgm:t>
        <a:bodyPr/>
        <a:lstStyle/>
        <a:p>
          <a:endParaRPr lang="fr-FR"/>
        </a:p>
      </dgm:t>
    </dgm:pt>
    <dgm:pt modelId="{4E357200-E3BD-F14A-9C83-BD6F48F4F7E0}">
      <dgm:prSet phldrT="[Texte]" custT="1"/>
      <dgm:spPr/>
      <dgm:t>
        <a:bodyPr/>
        <a:lstStyle/>
        <a:p>
          <a:r>
            <a:rPr lang="fr-FR" sz="2400" dirty="0"/>
            <a:t>Pomme</a:t>
          </a:r>
        </a:p>
      </dgm:t>
    </dgm:pt>
    <dgm:pt modelId="{C83612F4-986B-764F-AB3B-B7E45F13A240}" type="parTrans" cxnId="{BD4C9F8E-7FFF-2E49-8C51-EB8C701B9886}">
      <dgm:prSet/>
      <dgm:spPr/>
      <dgm:t>
        <a:bodyPr/>
        <a:lstStyle/>
        <a:p>
          <a:endParaRPr lang="fr-FR"/>
        </a:p>
      </dgm:t>
    </dgm:pt>
    <dgm:pt modelId="{27C5AB84-7B1A-8043-81AA-D98D255CBC37}" type="sibTrans" cxnId="{BD4C9F8E-7FFF-2E49-8C51-EB8C701B9886}">
      <dgm:prSet/>
      <dgm:spPr/>
      <dgm:t>
        <a:bodyPr/>
        <a:lstStyle/>
        <a:p>
          <a:endParaRPr lang="fr-FR"/>
        </a:p>
      </dgm:t>
    </dgm:pt>
    <dgm:pt modelId="{AD19411E-3488-ED4D-AA61-64ADC7FE3626}">
      <dgm:prSet phldrT="[Texte]" custT="1"/>
      <dgm:spPr/>
      <dgm:t>
        <a:bodyPr/>
        <a:lstStyle/>
        <a:p>
          <a:pPr>
            <a:buFont typeface="Wingdings" pitchFamily="2" charset="2"/>
            <a:buChar char="v"/>
          </a:pPr>
          <a:r>
            <a:rPr lang="fr-FR" sz="2400" dirty="0"/>
            <a:t>Tomate</a:t>
          </a:r>
        </a:p>
      </dgm:t>
    </dgm:pt>
    <dgm:pt modelId="{CAC886D9-006F-BA49-B9CE-67A50176E795}" type="parTrans" cxnId="{87C54A06-A315-3443-A37D-273E548A8AFC}">
      <dgm:prSet/>
      <dgm:spPr/>
    </dgm:pt>
    <dgm:pt modelId="{52CBE911-0CD4-9446-BA15-F1772D7C0A2B}" type="sibTrans" cxnId="{87C54A06-A315-3443-A37D-273E548A8AFC}">
      <dgm:prSet/>
      <dgm:spPr/>
    </dgm:pt>
    <dgm:pt modelId="{12D725B9-2A00-C245-B388-5DBF013BF0D8}">
      <dgm:prSet phldrT="[Texte]" custT="1"/>
      <dgm:spPr/>
      <dgm:t>
        <a:bodyPr/>
        <a:lstStyle/>
        <a:p>
          <a:pPr>
            <a:buFont typeface="Wingdings" pitchFamily="2" charset="2"/>
            <a:buChar char="v"/>
          </a:pPr>
          <a:r>
            <a:rPr lang="fr-FR" sz="2400" dirty="0"/>
            <a:t>Banane</a:t>
          </a:r>
        </a:p>
      </dgm:t>
    </dgm:pt>
    <dgm:pt modelId="{5EC2FBFC-7A2D-7043-B7C0-AE4B7CBD177E}" type="parTrans" cxnId="{AB003CA1-F733-2542-A767-7611ACC092BC}">
      <dgm:prSet/>
      <dgm:spPr/>
    </dgm:pt>
    <dgm:pt modelId="{13A03B34-F8D1-6A4D-A2E6-08AEA41FAEB0}" type="sibTrans" cxnId="{AB003CA1-F733-2542-A767-7611ACC092BC}">
      <dgm:prSet/>
      <dgm:spPr/>
    </dgm:pt>
    <dgm:pt modelId="{CA6F486C-9C8D-234D-88C6-3DB69D735E75}">
      <dgm:prSet phldrT="[Texte]" custT="1"/>
      <dgm:spPr/>
      <dgm:t>
        <a:bodyPr/>
        <a:lstStyle/>
        <a:p>
          <a:pPr>
            <a:buFont typeface="Wingdings" pitchFamily="2" charset="2"/>
            <a:buChar char="v"/>
          </a:pPr>
          <a:r>
            <a:rPr lang="fr-FR" sz="2400" dirty="0"/>
            <a:t>Kiwi</a:t>
          </a:r>
        </a:p>
      </dgm:t>
    </dgm:pt>
    <dgm:pt modelId="{C30B05D4-955F-4D4E-BC4A-3D7DA0AB7A17}" type="parTrans" cxnId="{BD683AB5-62F3-8C49-A157-B22D032419BF}">
      <dgm:prSet/>
      <dgm:spPr/>
    </dgm:pt>
    <dgm:pt modelId="{37A1CAE7-3B58-274A-A0B4-1FA5466D16A5}" type="sibTrans" cxnId="{BD683AB5-62F3-8C49-A157-B22D032419BF}">
      <dgm:prSet/>
      <dgm:spPr/>
    </dgm:pt>
    <dgm:pt modelId="{0804F009-E92C-224D-95F4-9BBC49C593C0}">
      <dgm:prSet phldrT="[Texte]" custT="1"/>
      <dgm:spPr/>
      <dgm:t>
        <a:bodyPr/>
        <a:lstStyle/>
        <a:p>
          <a:pPr>
            <a:buFont typeface="Wingdings" pitchFamily="2" charset="2"/>
            <a:buChar char="v"/>
          </a:pPr>
          <a:r>
            <a:rPr lang="fr-FR" sz="2400" dirty="0"/>
            <a:t>Abricot</a:t>
          </a:r>
        </a:p>
      </dgm:t>
    </dgm:pt>
    <dgm:pt modelId="{4E5BEF7F-48FA-004F-A5E7-292184D75E2A}" type="parTrans" cxnId="{3BD6DFF2-DBCD-D54C-A15C-EE0574700C20}">
      <dgm:prSet/>
      <dgm:spPr/>
    </dgm:pt>
    <dgm:pt modelId="{FBCCA0FC-1182-604C-8452-E9A475B36452}" type="sibTrans" cxnId="{3BD6DFF2-DBCD-D54C-A15C-EE0574700C20}">
      <dgm:prSet/>
      <dgm:spPr/>
    </dgm:pt>
    <dgm:pt modelId="{EC975FF4-4E4E-BA4D-8F57-E43C611EBEB2}">
      <dgm:prSet phldrT="[Texte]" custT="1"/>
      <dgm:spPr/>
      <dgm:t>
        <a:bodyPr/>
        <a:lstStyle/>
        <a:p>
          <a:r>
            <a:rPr lang="fr-FR" sz="2400" dirty="0"/>
            <a:t>Pomme</a:t>
          </a:r>
        </a:p>
      </dgm:t>
    </dgm:pt>
    <dgm:pt modelId="{43E7805E-34A7-9548-9884-0D32BDDA6329}" type="parTrans" cxnId="{E5F3BF30-7A68-6B42-B40D-FC807A1F64AC}">
      <dgm:prSet/>
      <dgm:spPr/>
    </dgm:pt>
    <dgm:pt modelId="{579B06E6-9222-944D-B245-072A47EF911D}" type="sibTrans" cxnId="{E5F3BF30-7A68-6B42-B40D-FC807A1F64AC}">
      <dgm:prSet/>
      <dgm:spPr/>
    </dgm:pt>
    <dgm:pt modelId="{EEA3B68E-928E-854E-906B-55F0725591A1}">
      <dgm:prSet phldrT="[Texte]" custT="1"/>
      <dgm:spPr/>
      <dgm:t>
        <a:bodyPr/>
        <a:lstStyle/>
        <a:p>
          <a:r>
            <a:rPr lang="fr-FR" sz="2400" dirty="0"/>
            <a:t>Abricot</a:t>
          </a:r>
        </a:p>
      </dgm:t>
    </dgm:pt>
    <dgm:pt modelId="{AFE41BB6-08C4-BD4E-A768-AB114BA320EC}" type="parTrans" cxnId="{991E8496-D7B2-7B45-9486-997C69D3C68C}">
      <dgm:prSet/>
      <dgm:spPr/>
    </dgm:pt>
    <dgm:pt modelId="{33C64A79-F2E9-064F-A44B-BCC9A2313EEC}" type="sibTrans" cxnId="{991E8496-D7B2-7B45-9486-997C69D3C68C}">
      <dgm:prSet/>
      <dgm:spPr/>
    </dgm:pt>
    <dgm:pt modelId="{F2C915E7-3461-374A-837F-63C6F1CE2AF4}">
      <dgm:prSet phldrT="[Texte]" custT="1"/>
      <dgm:spPr/>
      <dgm:t>
        <a:bodyPr/>
        <a:lstStyle/>
        <a:p>
          <a:r>
            <a:rPr lang="fr-FR" sz="2400" dirty="0"/>
            <a:t>Banane</a:t>
          </a:r>
        </a:p>
      </dgm:t>
    </dgm:pt>
    <dgm:pt modelId="{DF740AEA-542E-2C4A-8852-CBAD087C2D7B}" type="parTrans" cxnId="{DDF8D0D6-C6BD-8340-BE97-F3F13BC93FBA}">
      <dgm:prSet/>
      <dgm:spPr/>
    </dgm:pt>
    <dgm:pt modelId="{91ABE6AF-6905-E944-8A56-016E961C6517}" type="sibTrans" cxnId="{DDF8D0D6-C6BD-8340-BE97-F3F13BC93FBA}">
      <dgm:prSet/>
      <dgm:spPr/>
    </dgm:pt>
    <dgm:pt modelId="{542AD17B-92B5-E845-ADC3-AABBC148F84D}">
      <dgm:prSet phldrT="[Texte]" custT="1"/>
      <dgm:spPr/>
      <dgm:t>
        <a:bodyPr/>
        <a:lstStyle/>
        <a:p>
          <a:r>
            <a:rPr lang="fr-FR" sz="2400" dirty="0"/>
            <a:t>Kiwi</a:t>
          </a:r>
        </a:p>
      </dgm:t>
    </dgm:pt>
    <dgm:pt modelId="{FD481288-4B57-614A-AC35-9EDC1CC85A61}" type="parTrans" cxnId="{300B0677-C5FD-BE48-AAA2-006807F5DA1E}">
      <dgm:prSet/>
      <dgm:spPr/>
    </dgm:pt>
    <dgm:pt modelId="{E3CC26DC-C166-474E-B916-D836B474800E}" type="sibTrans" cxnId="{300B0677-C5FD-BE48-AAA2-006807F5DA1E}">
      <dgm:prSet/>
      <dgm:spPr/>
    </dgm:pt>
    <dgm:pt modelId="{C168803A-0C2B-8B4B-9EED-8457B38CB7F6}">
      <dgm:prSet phldrT="[Texte]" custT="1"/>
      <dgm:spPr/>
      <dgm:t>
        <a:bodyPr/>
        <a:lstStyle/>
        <a:p>
          <a:r>
            <a:rPr lang="fr-FR" sz="2400" dirty="0"/>
            <a:t>Tomate</a:t>
          </a:r>
        </a:p>
      </dgm:t>
    </dgm:pt>
    <dgm:pt modelId="{FBFD21EA-51BB-D844-82ED-F9CCCAF35C99}" type="parTrans" cxnId="{654D5B7D-BDA3-AE40-85CF-7406930018CD}">
      <dgm:prSet/>
      <dgm:spPr/>
    </dgm:pt>
    <dgm:pt modelId="{14ADC020-10A7-324D-A384-581D0612B215}" type="sibTrans" cxnId="{654D5B7D-BDA3-AE40-85CF-7406930018CD}">
      <dgm:prSet/>
      <dgm:spPr/>
    </dgm:pt>
    <dgm:pt modelId="{FBB06F2D-257D-CA47-94E4-DEE26956034D}">
      <dgm:prSet phldrT="[Texte]" custT="1"/>
      <dgm:spPr/>
      <dgm:t>
        <a:bodyPr/>
        <a:lstStyle/>
        <a:p>
          <a:r>
            <a:rPr lang="fr-FR" sz="2400" dirty="0"/>
            <a:t>Kiwi</a:t>
          </a:r>
        </a:p>
      </dgm:t>
    </dgm:pt>
    <dgm:pt modelId="{2B9684FB-4252-EB43-9BD0-82B22617A6D7}" type="parTrans" cxnId="{991FCA6F-048B-F341-921A-92F9103B59DB}">
      <dgm:prSet/>
      <dgm:spPr/>
    </dgm:pt>
    <dgm:pt modelId="{52F89111-BADE-0E49-A310-73D8DDA1942D}" type="sibTrans" cxnId="{991FCA6F-048B-F341-921A-92F9103B59DB}">
      <dgm:prSet/>
      <dgm:spPr/>
    </dgm:pt>
    <dgm:pt modelId="{5CF7D3C3-862B-604A-B8DB-03F9726EF1A7}">
      <dgm:prSet phldrT="[Texte]" custT="1"/>
      <dgm:spPr/>
      <dgm:t>
        <a:bodyPr/>
        <a:lstStyle/>
        <a:p>
          <a:r>
            <a:rPr lang="fr-FR" sz="2400" dirty="0"/>
            <a:t>Banane</a:t>
          </a:r>
        </a:p>
      </dgm:t>
    </dgm:pt>
    <dgm:pt modelId="{FF2C0907-27A4-804A-9F38-46128B44B62B}" type="parTrans" cxnId="{DD5B234D-486D-2042-B8E3-6F6742939D37}">
      <dgm:prSet/>
      <dgm:spPr/>
    </dgm:pt>
    <dgm:pt modelId="{401EAD86-8B7E-8049-8534-0CB828FC2AA5}" type="sibTrans" cxnId="{DD5B234D-486D-2042-B8E3-6F6742939D37}">
      <dgm:prSet/>
      <dgm:spPr/>
    </dgm:pt>
    <dgm:pt modelId="{90612D45-9862-724C-8FD4-2F55CC634F48}">
      <dgm:prSet phldrT="[Texte]" custT="1"/>
      <dgm:spPr/>
      <dgm:t>
        <a:bodyPr/>
        <a:lstStyle/>
        <a:p>
          <a:r>
            <a:rPr lang="fr-FR" sz="2400" dirty="0"/>
            <a:t>Abricot</a:t>
          </a:r>
        </a:p>
      </dgm:t>
    </dgm:pt>
    <dgm:pt modelId="{429071F9-F1CA-0D4B-B31B-92AF4B85F82D}" type="parTrans" cxnId="{723EB762-5F96-3B4D-8407-093CA217CB58}">
      <dgm:prSet/>
      <dgm:spPr/>
    </dgm:pt>
    <dgm:pt modelId="{057B824B-7509-544D-959B-4830245B5FA6}" type="sibTrans" cxnId="{723EB762-5F96-3B4D-8407-093CA217CB58}">
      <dgm:prSet/>
      <dgm:spPr/>
    </dgm:pt>
    <dgm:pt modelId="{2F7EF273-01FC-904C-8401-DFA91D666DAC}" type="pres">
      <dgm:prSet presAssocID="{CBAFE32E-8BA7-A14E-8957-7A3EC230F245}" presName="Name0" presStyleCnt="0">
        <dgm:presLayoutVars>
          <dgm:dir/>
          <dgm:animLvl val="lvl"/>
          <dgm:resizeHandles val="exact"/>
        </dgm:presLayoutVars>
      </dgm:prSet>
      <dgm:spPr/>
    </dgm:pt>
    <dgm:pt modelId="{B891E474-E65A-6844-AAA8-0F5D469C17B7}" type="pres">
      <dgm:prSet presAssocID="{865D35D0-03BF-1846-BE77-6F9626E3C085}" presName="compositeNode" presStyleCnt="0">
        <dgm:presLayoutVars>
          <dgm:bulletEnabled val="1"/>
        </dgm:presLayoutVars>
      </dgm:prSet>
      <dgm:spPr/>
    </dgm:pt>
    <dgm:pt modelId="{71E48623-7BDE-6140-8FEE-87F3F09FF326}" type="pres">
      <dgm:prSet presAssocID="{865D35D0-03BF-1846-BE77-6F9626E3C085}" presName="bgRect" presStyleLbl="node1" presStyleIdx="0" presStyleCnt="3"/>
      <dgm:spPr/>
    </dgm:pt>
    <dgm:pt modelId="{3EDB1404-6EF1-4B49-BCE2-0AF3FD74423D}" type="pres">
      <dgm:prSet presAssocID="{865D35D0-03BF-1846-BE77-6F9626E3C085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C7C4E012-8E74-094F-B916-6595FED89751}" type="pres">
      <dgm:prSet presAssocID="{865D35D0-03BF-1846-BE77-6F9626E3C085}" presName="childNode" presStyleLbl="node1" presStyleIdx="0" presStyleCnt="3">
        <dgm:presLayoutVars>
          <dgm:bulletEnabled val="1"/>
        </dgm:presLayoutVars>
      </dgm:prSet>
      <dgm:spPr/>
    </dgm:pt>
    <dgm:pt modelId="{386C9D09-B06C-674C-81D4-461E90FC4A9D}" type="pres">
      <dgm:prSet presAssocID="{D281F2A6-A44E-874D-9D04-321563E80142}" presName="hSp" presStyleCnt="0"/>
      <dgm:spPr/>
    </dgm:pt>
    <dgm:pt modelId="{4EBC0344-34E3-6A4F-A5A0-1C17938A5BB9}" type="pres">
      <dgm:prSet presAssocID="{D281F2A6-A44E-874D-9D04-321563E80142}" presName="vProcSp" presStyleCnt="0"/>
      <dgm:spPr/>
    </dgm:pt>
    <dgm:pt modelId="{EA1B781D-EE34-5F43-B7C0-C39CEA82488E}" type="pres">
      <dgm:prSet presAssocID="{D281F2A6-A44E-874D-9D04-321563E80142}" presName="vSp1" presStyleCnt="0"/>
      <dgm:spPr/>
    </dgm:pt>
    <dgm:pt modelId="{C66677EA-6B28-514E-823B-F8ADC5B68CCD}" type="pres">
      <dgm:prSet presAssocID="{D281F2A6-A44E-874D-9D04-321563E80142}" presName="simulatedConn" presStyleLbl="solidFgAcc1" presStyleIdx="0" presStyleCnt="2"/>
      <dgm:spPr/>
    </dgm:pt>
    <dgm:pt modelId="{69A5C122-4A35-E449-94D3-A0D272E7AC64}" type="pres">
      <dgm:prSet presAssocID="{D281F2A6-A44E-874D-9D04-321563E80142}" presName="vSp2" presStyleCnt="0"/>
      <dgm:spPr/>
    </dgm:pt>
    <dgm:pt modelId="{AB34C750-B8BD-B849-870C-651EB07487A9}" type="pres">
      <dgm:prSet presAssocID="{D281F2A6-A44E-874D-9D04-321563E80142}" presName="sibTrans" presStyleCnt="0"/>
      <dgm:spPr/>
    </dgm:pt>
    <dgm:pt modelId="{52113422-648A-2F4E-A8A7-2E7B1FAE10E1}" type="pres">
      <dgm:prSet presAssocID="{1F310C34-9859-B641-ABC7-DB236A472964}" presName="compositeNode" presStyleCnt="0">
        <dgm:presLayoutVars>
          <dgm:bulletEnabled val="1"/>
        </dgm:presLayoutVars>
      </dgm:prSet>
      <dgm:spPr/>
    </dgm:pt>
    <dgm:pt modelId="{58299262-C93F-344A-9EF3-AB04777390A5}" type="pres">
      <dgm:prSet presAssocID="{1F310C34-9859-B641-ABC7-DB236A472964}" presName="bgRect" presStyleLbl="node1" presStyleIdx="1" presStyleCnt="3"/>
      <dgm:spPr/>
    </dgm:pt>
    <dgm:pt modelId="{490120E0-C85B-0246-BDED-C2B2FAE32D2D}" type="pres">
      <dgm:prSet presAssocID="{1F310C34-9859-B641-ABC7-DB236A472964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7587B63A-9434-2445-AE14-ADFFD4E51260}" type="pres">
      <dgm:prSet presAssocID="{1F310C34-9859-B641-ABC7-DB236A472964}" presName="childNode" presStyleLbl="node1" presStyleIdx="1" presStyleCnt="3">
        <dgm:presLayoutVars>
          <dgm:bulletEnabled val="1"/>
        </dgm:presLayoutVars>
      </dgm:prSet>
      <dgm:spPr/>
    </dgm:pt>
    <dgm:pt modelId="{B0B3CDCC-144B-E943-9A0E-BFDDAA97C345}" type="pres">
      <dgm:prSet presAssocID="{88592562-095B-2742-A894-D20D1A03271D}" presName="hSp" presStyleCnt="0"/>
      <dgm:spPr/>
    </dgm:pt>
    <dgm:pt modelId="{04390409-4438-EA40-9B9B-5237AAAC5967}" type="pres">
      <dgm:prSet presAssocID="{88592562-095B-2742-A894-D20D1A03271D}" presName="vProcSp" presStyleCnt="0"/>
      <dgm:spPr/>
    </dgm:pt>
    <dgm:pt modelId="{4B36FA77-8397-0D47-8751-DE63D36C3223}" type="pres">
      <dgm:prSet presAssocID="{88592562-095B-2742-A894-D20D1A03271D}" presName="vSp1" presStyleCnt="0"/>
      <dgm:spPr/>
    </dgm:pt>
    <dgm:pt modelId="{F95980E1-33FE-184F-B5DE-D295E87B7C2C}" type="pres">
      <dgm:prSet presAssocID="{88592562-095B-2742-A894-D20D1A03271D}" presName="simulatedConn" presStyleLbl="solidFgAcc1" presStyleIdx="1" presStyleCnt="2"/>
      <dgm:spPr/>
    </dgm:pt>
    <dgm:pt modelId="{355E0802-9698-AC40-AA9D-5957B305CA11}" type="pres">
      <dgm:prSet presAssocID="{88592562-095B-2742-A894-D20D1A03271D}" presName="vSp2" presStyleCnt="0"/>
      <dgm:spPr/>
    </dgm:pt>
    <dgm:pt modelId="{5677814B-21CC-084C-8AC1-688EB666EB0E}" type="pres">
      <dgm:prSet presAssocID="{88592562-095B-2742-A894-D20D1A03271D}" presName="sibTrans" presStyleCnt="0"/>
      <dgm:spPr/>
    </dgm:pt>
    <dgm:pt modelId="{0B3DF5D3-EFAC-8C48-94BF-FD29C0688AA6}" type="pres">
      <dgm:prSet presAssocID="{C974A38C-1C0E-FF48-B6F0-69A351829C0C}" presName="compositeNode" presStyleCnt="0">
        <dgm:presLayoutVars>
          <dgm:bulletEnabled val="1"/>
        </dgm:presLayoutVars>
      </dgm:prSet>
      <dgm:spPr/>
    </dgm:pt>
    <dgm:pt modelId="{A652DB70-34F8-A542-B2D9-6F4086A7A7A0}" type="pres">
      <dgm:prSet presAssocID="{C974A38C-1C0E-FF48-B6F0-69A351829C0C}" presName="bgRect" presStyleLbl="node1" presStyleIdx="2" presStyleCnt="3"/>
      <dgm:spPr/>
    </dgm:pt>
    <dgm:pt modelId="{6635C898-E763-D145-8907-7FDBC67F128D}" type="pres">
      <dgm:prSet presAssocID="{C974A38C-1C0E-FF48-B6F0-69A351829C0C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6A6BE2A2-92B4-C744-98C7-A32808809C9E}" type="pres">
      <dgm:prSet presAssocID="{C974A38C-1C0E-FF48-B6F0-69A351829C0C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87C54A06-A315-3443-A37D-273E548A8AFC}" srcId="{865D35D0-03BF-1846-BE77-6F9626E3C085}" destId="{AD19411E-3488-ED4D-AA61-64ADC7FE3626}" srcOrd="1" destOrd="0" parTransId="{CAC886D9-006F-BA49-B9CE-67A50176E795}" sibTransId="{52CBE911-0CD4-9446-BA15-F1772D7C0A2B}"/>
    <dgm:cxn modelId="{78FE411E-D0F8-9E49-8125-38DE03F1A0C9}" type="presOf" srcId="{542AD17B-92B5-E845-ADC3-AABBC148F84D}" destId="{7587B63A-9434-2445-AE14-ADFFD4E51260}" srcOrd="0" destOrd="4" presId="urn:microsoft.com/office/officeart/2005/8/layout/hProcess7"/>
    <dgm:cxn modelId="{CEE2CB27-AF96-AB48-881A-BEF059FBCCA8}" type="presOf" srcId="{4E357200-E3BD-F14A-9C83-BD6F48F4F7E0}" destId="{6A6BE2A2-92B4-C744-98C7-A32808809C9E}" srcOrd="0" destOrd="0" presId="urn:microsoft.com/office/officeart/2005/8/layout/hProcess7"/>
    <dgm:cxn modelId="{DD95362E-24D2-4E49-8B30-1B88E25AC672}" type="presOf" srcId="{1F310C34-9859-B641-ABC7-DB236A472964}" destId="{490120E0-C85B-0246-BDED-C2B2FAE32D2D}" srcOrd="1" destOrd="0" presId="urn:microsoft.com/office/officeart/2005/8/layout/hProcess7"/>
    <dgm:cxn modelId="{E5F3BF30-7A68-6B42-B40D-FC807A1F64AC}" srcId="{1F310C34-9859-B641-ABC7-DB236A472964}" destId="{EC975FF4-4E4E-BA4D-8F57-E43C611EBEB2}" srcOrd="1" destOrd="0" parTransId="{43E7805E-34A7-9548-9884-0D32BDDA6329}" sibTransId="{579B06E6-9222-944D-B245-072A47EF911D}"/>
    <dgm:cxn modelId="{19125F3A-FD10-F847-9F8B-734EAB753F84}" type="presOf" srcId="{C974A38C-1C0E-FF48-B6F0-69A351829C0C}" destId="{6635C898-E763-D145-8907-7FDBC67F128D}" srcOrd="1" destOrd="0" presId="urn:microsoft.com/office/officeart/2005/8/layout/hProcess7"/>
    <dgm:cxn modelId="{EA317B41-681A-ED44-846A-087C84233BB4}" type="presOf" srcId="{90612D45-9862-724C-8FD4-2F55CC634F48}" destId="{6A6BE2A2-92B4-C744-98C7-A32808809C9E}" srcOrd="0" destOrd="4" presId="urn:microsoft.com/office/officeart/2005/8/layout/hProcess7"/>
    <dgm:cxn modelId="{DD5B234D-486D-2042-B8E3-6F6742939D37}" srcId="{C974A38C-1C0E-FF48-B6F0-69A351829C0C}" destId="{5CF7D3C3-862B-604A-B8DB-03F9726EF1A7}" srcOrd="3" destOrd="0" parTransId="{FF2C0907-27A4-804A-9F38-46128B44B62B}" sibTransId="{401EAD86-8B7E-8049-8534-0CB828FC2AA5}"/>
    <dgm:cxn modelId="{69133751-FBEF-6C41-88C8-938C673E7DAA}" type="presOf" srcId="{CBAFE32E-8BA7-A14E-8957-7A3EC230F245}" destId="{2F7EF273-01FC-904C-8401-DFA91D666DAC}" srcOrd="0" destOrd="0" presId="urn:microsoft.com/office/officeart/2005/8/layout/hProcess7"/>
    <dgm:cxn modelId="{8BAA9B52-275D-264D-8CA0-A02758136BFC}" srcId="{CBAFE32E-8BA7-A14E-8957-7A3EC230F245}" destId="{865D35D0-03BF-1846-BE77-6F9626E3C085}" srcOrd="0" destOrd="0" parTransId="{BE773804-AB27-0D4C-83E4-376D56A13685}" sibTransId="{D281F2A6-A44E-874D-9D04-321563E80142}"/>
    <dgm:cxn modelId="{07BFF861-5225-FA4C-BBF9-EE85F82C8645}" type="presOf" srcId="{0804F009-E92C-224D-95F4-9BBC49C593C0}" destId="{C7C4E012-8E74-094F-B916-6595FED89751}" srcOrd="0" destOrd="4" presId="urn:microsoft.com/office/officeart/2005/8/layout/hProcess7"/>
    <dgm:cxn modelId="{723EB762-5F96-3B4D-8407-093CA217CB58}" srcId="{C974A38C-1C0E-FF48-B6F0-69A351829C0C}" destId="{90612D45-9862-724C-8FD4-2F55CC634F48}" srcOrd="4" destOrd="0" parTransId="{429071F9-F1CA-0D4B-B31B-92AF4B85F82D}" sibTransId="{057B824B-7509-544D-959B-4830245B5FA6}"/>
    <dgm:cxn modelId="{B5EFAD65-E200-9143-AF36-D1F71E9A76A0}" type="presOf" srcId="{5CF7D3C3-862B-604A-B8DB-03F9726EF1A7}" destId="{6A6BE2A2-92B4-C744-98C7-A32808809C9E}" srcOrd="0" destOrd="3" presId="urn:microsoft.com/office/officeart/2005/8/layout/hProcess7"/>
    <dgm:cxn modelId="{39287C69-28C4-F241-ABF7-24569216BCD6}" type="presOf" srcId="{865D35D0-03BF-1846-BE77-6F9626E3C085}" destId="{3EDB1404-6EF1-4B49-BCE2-0AF3FD74423D}" srcOrd="1" destOrd="0" presId="urn:microsoft.com/office/officeart/2005/8/layout/hProcess7"/>
    <dgm:cxn modelId="{552E186B-4002-A94A-AF48-4486736C7722}" type="presOf" srcId="{C974A38C-1C0E-FF48-B6F0-69A351829C0C}" destId="{A652DB70-34F8-A542-B2D9-6F4086A7A7A0}" srcOrd="0" destOrd="0" presId="urn:microsoft.com/office/officeart/2005/8/layout/hProcess7"/>
    <dgm:cxn modelId="{991FCA6F-048B-F341-921A-92F9103B59DB}" srcId="{C974A38C-1C0E-FF48-B6F0-69A351829C0C}" destId="{FBB06F2D-257D-CA47-94E4-DEE26956034D}" srcOrd="2" destOrd="0" parTransId="{2B9684FB-4252-EB43-9BD0-82B22617A6D7}" sibTransId="{52F89111-BADE-0E49-A310-73D8DDA1942D}"/>
    <dgm:cxn modelId="{D2E9D16F-1466-9C4D-A436-6F26390FA706}" type="presOf" srcId="{12D725B9-2A00-C245-B388-5DBF013BF0D8}" destId="{C7C4E012-8E74-094F-B916-6595FED89751}" srcOrd="0" destOrd="2" presId="urn:microsoft.com/office/officeart/2005/8/layout/hProcess7"/>
    <dgm:cxn modelId="{A8A6D571-6711-0747-95DB-0CC02A1BD267}" type="presOf" srcId="{AD19411E-3488-ED4D-AA61-64ADC7FE3626}" destId="{C7C4E012-8E74-094F-B916-6595FED89751}" srcOrd="0" destOrd="1" presId="urn:microsoft.com/office/officeart/2005/8/layout/hProcess7"/>
    <dgm:cxn modelId="{300B0677-C5FD-BE48-AAA2-006807F5DA1E}" srcId="{1F310C34-9859-B641-ABC7-DB236A472964}" destId="{542AD17B-92B5-E845-ADC3-AABBC148F84D}" srcOrd="4" destOrd="0" parTransId="{FD481288-4B57-614A-AC35-9EDC1CC85A61}" sibTransId="{E3CC26DC-C166-474E-B916-D836B474800E}"/>
    <dgm:cxn modelId="{654D5B7D-BDA3-AE40-85CF-7406930018CD}" srcId="{C974A38C-1C0E-FF48-B6F0-69A351829C0C}" destId="{C168803A-0C2B-8B4B-9EED-8457B38CB7F6}" srcOrd="1" destOrd="0" parTransId="{FBFD21EA-51BB-D844-82ED-F9CCCAF35C99}" sibTransId="{14ADC020-10A7-324D-A384-581D0612B215}"/>
    <dgm:cxn modelId="{7A933F82-FEA8-264C-8804-92E31EDC2D7C}" srcId="{1F310C34-9859-B641-ABC7-DB236A472964}" destId="{3BB19502-7E8B-EF4F-A25A-38EC6D6942BB}" srcOrd="0" destOrd="0" parTransId="{AC0D9514-183B-6A4B-92AF-78D3B5513503}" sibTransId="{9FF6399E-7C5E-014D-BD95-03BA2C3CA829}"/>
    <dgm:cxn modelId="{D4C31989-CB40-E643-9320-80C2DF0A439F}" type="presOf" srcId="{FBB06F2D-257D-CA47-94E4-DEE26956034D}" destId="{6A6BE2A2-92B4-C744-98C7-A32808809C9E}" srcOrd="0" destOrd="2" presId="urn:microsoft.com/office/officeart/2005/8/layout/hProcess7"/>
    <dgm:cxn modelId="{83DF288E-168A-9645-8F43-1073EF943DB3}" type="presOf" srcId="{CA6F486C-9C8D-234D-88C6-3DB69D735E75}" destId="{C7C4E012-8E74-094F-B916-6595FED89751}" srcOrd="0" destOrd="3" presId="urn:microsoft.com/office/officeart/2005/8/layout/hProcess7"/>
    <dgm:cxn modelId="{BD4C9F8E-7FFF-2E49-8C51-EB8C701B9886}" srcId="{C974A38C-1C0E-FF48-B6F0-69A351829C0C}" destId="{4E357200-E3BD-F14A-9C83-BD6F48F4F7E0}" srcOrd="0" destOrd="0" parTransId="{C83612F4-986B-764F-AB3B-B7E45F13A240}" sibTransId="{27C5AB84-7B1A-8043-81AA-D98D255CBC37}"/>
    <dgm:cxn modelId="{991E8496-D7B2-7B45-9486-997C69D3C68C}" srcId="{1F310C34-9859-B641-ABC7-DB236A472964}" destId="{EEA3B68E-928E-854E-906B-55F0725591A1}" srcOrd="2" destOrd="0" parTransId="{AFE41BB6-08C4-BD4E-A768-AB114BA320EC}" sibTransId="{33C64A79-F2E9-064F-A44B-BCC9A2313EEC}"/>
    <dgm:cxn modelId="{E5569096-2388-3B45-A0BD-FF5199934CB1}" type="presOf" srcId="{3BB19502-7E8B-EF4F-A25A-38EC6D6942BB}" destId="{7587B63A-9434-2445-AE14-ADFFD4E51260}" srcOrd="0" destOrd="0" presId="urn:microsoft.com/office/officeart/2005/8/layout/hProcess7"/>
    <dgm:cxn modelId="{AB003CA1-F733-2542-A767-7611ACC092BC}" srcId="{865D35D0-03BF-1846-BE77-6F9626E3C085}" destId="{12D725B9-2A00-C245-B388-5DBF013BF0D8}" srcOrd="2" destOrd="0" parTransId="{5EC2FBFC-7A2D-7043-B7C0-AE4B7CBD177E}" sibTransId="{13A03B34-F8D1-6A4D-A2E6-08AEA41FAEB0}"/>
    <dgm:cxn modelId="{26CC2EA3-641C-4B49-8203-4DEA9412DBD6}" type="presOf" srcId="{C168803A-0C2B-8B4B-9EED-8457B38CB7F6}" destId="{6A6BE2A2-92B4-C744-98C7-A32808809C9E}" srcOrd="0" destOrd="1" presId="urn:microsoft.com/office/officeart/2005/8/layout/hProcess7"/>
    <dgm:cxn modelId="{5E90B0A7-291F-8845-BDF3-210D8BE0D171}" type="presOf" srcId="{1F310C34-9859-B641-ABC7-DB236A472964}" destId="{58299262-C93F-344A-9EF3-AB04777390A5}" srcOrd="0" destOrd="0" presId="urn:microsoft.com/office/officeart/2005/8/layout/hProcess7"/>
    <dgm:cxn modelId="{26F39DAF-062F-DE4C-80ED-6253042F6B0D}" type="presOf" srcId="{EEA3B68E-928E-854E-906B-55F0725591A1}" destId="{7587B63A-9434-2445-AE14-ADFFD4E51260}" srcOrd="0" destOrd="2" presId="urn:microsoft.com/office/officeart/2005/8/layout/hProcess7"/>
    <dgm:cxn modelId="{BD683AB5-62F3-8C49-A157-B22D032419BF}" srcId="{865D35D0-03BF-1846-BE77-6F9626E3C085}" destId="{CA6F486C-9C8D-234D-88C6-3DB69D735E75}" srcOrd="3" destOrd="0" parTransId="{C30B05D4-955F-4D4E-BC4A-3D7DA0AB7A17}" sibTransId="{37A1CAE7-3B58-274A-A0B4-1FA5466D16A5}"/>
    <dgm:cxn modelId="{4D9DE6BC-BAA8-2C45-8B69-DF682A8712D7}" srcId="{865D35D0-03BF-1846-BE77-6F9626E3C085}" destId="{7188043D-5A7B-4B46-A039-7C16878EEB0D}" srcOrd="0" destOrd="0" parTransId="{B1B98FEF-FA38-3448-A8EA-F6F257F31160}" sibTransId="{4CF65E7E-E1CF-E140-AB95-42B79E93934C}"/>
    <dgm:cxn modelId="{1715B5D6-E1ED-CB4A-8588-8DB45E578EA4}" type="presOf" srcId="{F2C915E7-3461-374A-837F-63C6F1CE2AF4}" destId="{7587B63A-9434-2445-AE14-ADFFD4E51260}" srcOrd="0" destOrd="3" presId="urn:microsoft.com/office/officeart/2005/8/layout/hProcess7"/>
    <dgm:cxn modelId="{DDF8D0D6-C6BD-8340-BE97-F3F13BC93FBA}" srcId="{1F310C34-9859-B641-ABC7-DB236A472964}" destId="{F2C915E7-3461-374A-837F-63C6F1CE2AF4}" srcOrd="3" destOrd="0" parTransId="{DF740AEA-542E-2C4A-8852-CBAD087C2D7B}" sibTransId="{91ABE6AF-6905-E944-8A56-016E961C6517}"/>
    <dgm:cxn modelId="{C85BAAD8-627C-C948-B663-5DEBAA56BBE3}" srcId="{CBAFE32E-8BA7-A14E-8957-7A3EC230F245}" destId="{C974A38C-1C0E-FF48-B6F0-69A351829C0C}" srcOrd="2" destOrd="0" parTransId="{C755DF38-18BA-7544-8ECA-22CE812B8B71}" sibTransId="{B9C8D7ED-DADC-9A4A-94D9-7DE9C9AFCAE3}"/>
    <dgm:cxn modelId="{8445BCE0-6EFC-8A44-8385-CDD35EE91385}" type="presOf" srcId="{EC975FF4-4E4E-BA4D-8F57-E43C611EBEB2}" destId="{7587B63A-9434-2445-AE14-ADFFD4E51260}" srcOrd="0" destOrd="1" presId="urn:microsoft.com/office/officeart/2005/8/layout/hProcess7"/>
    <dgm:cxn modelId="{FF6D1EEB-A85D-8340-8657-22150EDFC3F2}" type="presOf" srcId="{865D35D0-03BF-1846-BE77-6F9626E3C085}" destId="{71E48623-7BDE-6140-8FEE-87F3F09FF326}" srcOrd="0" destOrd="0" presId="urn:microsoft.com/office/officeart/2005/8/layout/hProcess7"/>
    <dgm:cxn modelId="{39FCB2EE-179D-6649-B1A4-EA0F622831E4}" type="presOf" srcId="{7188043D-5A7B-4B46-A039-7C16878EEB0D}" destId="{C7C4E012-8E74-094F-B916-6595FED89751}" srcOrd="0" destOrd="0" presId="urn:microsoft.com/office/officeart/2005/8/layout/hProcess7"/>
    <dgm:cxn modelId="{3BD6DFF2-DBCD-D54C-A15C-EE0574700C20}" srcId="{865D35D0-03BF-1846-BE77-6F9626E3C085}" destId="{0804F009-E92C-224D-95F4-9BBC49C593C0}" srcOrd="4" destOrd="0" parTransId="{4E5BEF7F-48FA-004F-A5E7-292184D75E2A}" sibTransId="{FBCCA0FC-1182-604C-8452-E9A475B36452}"/>
    <dgm:cxn modelId="{48F5D1F9-4E08-1449-8B2F-C02479BC39E4}" srcId="{CBAFE32E-8BA7-A14E-8957-7A3EC230F245}" destId="{1F310C34-9859-B641-ABC7-DB236A472964}" srcOrd="1" destOrd="0" parTransId="{BEB217DF-12CA-834C-91CD-CCE69CB8002F}" sibTransId="{88592562-095B-2742-A894-D20D1A03271D}"/>
    <dgm:cxn modelId="{5339ED01-03B5-F445-930B-2E50DB9C7D76}" type="presParOf" srcId="{2F7EF273-01FC-904C-8401-DFA91D666DAC}" destId="{B891E474-E65A-6844-AAA8-0F5D469C17B7}" srcOrd="0" destOrd="0" presId="urn:microsoft.com/office/officeart/2005/8/layout/hProcess7"/>
    <dgm:cxn modelId="{FE42D53D-3C3F-764A-9F06-52D75806EFA5}" type="presParOf" srcId="{B891E474-E65A-6844-AAA8-0F5D469C17B7}" destId="{71E48623-7BDE-6140-8FEE-87F3F09FF326}" srcOrd="0" destOrd="0" presId="urn:microsoft.com/office/officeart/2005/8/layout/hProcess7"/>
    <dgm:cxn modelId="{E62736EC-016B-7B4A-804E-4D8BFCA5D1E8}" type="presParOf" srcId="{B891E474-E65A-6844-AAA8-0F5D469C17B7}" destId="{3EDB1404-6EF1-4B49-BCE2-0AF3FD74423D}" srcOrd="1" destOrd="0" presId="urn:microsoft.com/office/officeart/2005/8/layout/hProcess7"/>
    <dgm:cxn modelId="{9E590B57-F7E9-BD43-8DDD-2579BE4C23CA}" type="presParOf" srcId="{B891E474-E65A-6844-AAA8-0F5D469C17B7}" destId="{C7C4E012-8E74-094F-B916-6595FED89751}" srcOrd="2" destOrd="0" presId="urn:microsoft.com/office/officeart/2005/8/layout/hProcess7"/>
    <dgm:cxn modelId="{0DCC95D3-B997-9B44-802A-11CECF04AC4B}" type="presParOf" srcId="{2F7EF273-01FC-904C-8401-DFA91D666DAC}" destId="{386C9D09-B06C-674C-81D4-461E90FC4A9D}" srcOrd="1" destOrd="0" presId="urn:microsoft.com/office/officeart/2005/8/layout/hProcess7"/>
    <dgm:cxn modelId="{163CF284-26AC-634C-86CE-1C053CDD7704}" type="presParOf" srcId="{2F7EF273-01FC-904C-8401-DFA91D666DAC}" destId="{4EBC0344-34E3-6A4F-A5A0-1C17938A5BB9}" srcOrd="2" destOrd="0" presId="urn:microsoft.com/office/officeart/2005/8/layout/hProcess7"/>
    <dgm:cxn modelId="{A7E53B21-EA1D-E04C-8396-E4E6B5E41515}" type="presParOf" srcId="{4EBC0344-34E3-6A4F-A5A0-1C17938A5BB9}" destId="{EA1B781D-EE34-5F43-B7C0-C39CEA82488E}" srcOrd="0" destOrd="0" presId="urn:microsoft.com/office/officeart/2005/8/layout/hProcess7"/>
    <dgm:cxn modelId="{FCDB7CDE-1784-7B4D-B8CE-3D3BD18C466A}" type="presParOf" srcId="{4EBC0344-34E3-6A4F-A5A0-1C17938A5BB9}" destId="{C66677EA-6B28-514E-823B-F8ADC5B68CCD}" srcOrd="1" destOrd="0" presId="urn:microsoft.com/office/officeart/2005/8/layout/hProcess7"/>
    <dgm:cxn modelId="{90925D41-4148-4D43-AF04-08EAE8B39307}" type="presParOf" srcId="{4EBC0344-34E3-6A4F-A5A0-1C17938A5BB9}" destId="{69A5C122-4A35-E449-94D3-A0D272E7AC64}" srcOrd="2" destOrd="0" presId="urn:microsoft.com/office/officeart/2005/8/layout/hProcess7"/>
    <dgm:cxn modelId="{36F78B15-E822-9546-94B1-7291FFB18CC7}" type="presParOf" srcId="{2F7EF273-01FC-904C-8401-DFA91D666DAC}" destId="{AB34C750-B8BD-B849-870C-651EB07487A9}" srcOrd="3" destOrd="0" presId="urn:microsoft.com/office/officeart/2005/8/layout/hProcess7"/>
    <dgm:cxn modelId="{B21F4E1D-DD61-8843-B68B-91E383D47EC7}" type="presParOf" srcId="{2F7EF273-01FC-904C-8401-DFA91D666DAC}" destId="{52113422-648A-2F4E-A8A7-2E7B1FAE10E1}" srcOrd="4" destOrd="0" presId="urn:microsoft.com/office/officeart/2005/8/layout/hProcess7"/>
    <dgm:cxn modelId="{91211906-6F1C-8D46-82F3-193BBA5457A2}" type="presParOf" srcId="{52113422-648A-2F4E-A8A7-2E7B1FAE10E1}" destId="{58299262-C93F-344A-9EF3-AB04777390A5}" srcOrd="0" destOrd="0" presId="urn:microsoft.com/office/officeart/2005/8/layout/hProcess7"/>
    <dgm:cxn modelId="{A6C61C34-4958-9D4E-8601-5EAAC02D7786}" type="presParOf" srcId="{52113422-648A-2F4E-A8A7-2E7B1FAE10E1}" destId="{490120E0-C85B-0246-BDED-C2B2FAE32D2D}" srcOrd="1" destOrd="0" presId="urn:microsoft.com/office/officeart/2005/8/layout/hProcess7"/>
    <dgm:cxn modelId="{8E357B30-D1B6-6F49-BCCE-42B3AACC5C7C}" type="presParOf" srcId="{52113422-648A-2F4E-A8A7-2E7B1FAE10E1}" destId="{7587B63A-9434-2445-AE14-ADFFD4E51260}" srcOrd="2" destOrd="0" presId="urn:microsoft.com/office/officeart/2005/8/layout/hProcess7"/>
    <dgm:cxn modelId="{223900C2-9A7F-DD40-84CB-3AA94E782A57}" type="presParOf" srcId="{2F7EF273-01FC-904C-8401-DFA91D666DAC}" destId="{B0B3CDCC-144B-E943-9A0E-BFDDAA97C345}" srcOrd="5" destOrd="0" presId="urn:microsoft.com/office/officeart/2005/8/layout/hProcess7"/>
    <dgm:cxn modelId="{6B339F61-F6C1-DD46-BC23-7EA3E91BD19B}" type="presParOf" srcId="{2F7EF273-01FC-904C-8401-DFA91D666DAC}" destId="{04390409-4438-EA40-9B9B-5237AAAC5967}" srcOrd="6" destOrd="0" presId="urn:microsoft.com/office/officeart/2005/8/layout/hProcess7"/>
    <dgm:cxn modelId="{B409DB96-EAD6-C642-9F48-BF905410C498}" type="presParOf" srcId="{04390409-4438-EA40-9B9B-5237AAAC5967}" destId="{4B36FA77-8397-0D47-8751-DE63D36C3223}" srcOrd="0" destOrd="0" presId="urn:microsoft.com/office/officeart/2005/8/layout/hProcess7"/>
    <dgm:cxn modelId="{21B4984C-05A6-B44C-A583-15A34E210D2B}" type="presParOf" srcId="{04390409-4438-EA40-9B9B-5237AAAC5967}" destId="{F95980E1-33FE-184F-B5DE-D295E87B7C2C}" srcOrd="1" destOrd="0" presId="urn:microsoft.com/office/officeart/2005/8/layout/hProcess7"/>
    <dgm:cxn modelId="{F3988300-DCFB-8948-9ABB-21561C4EAF83}" type="presParOf" srcId="{04390409-4438-EA40-9B9B-5237AAAC5967}" destId="{355E0802-9698-AC40-AA9D-5957B305CA11}" srcOrd="2" destOrd="0" presId="urn:microsoft.com/office/officeart/2005/8/layout/hProcess7"/>
    <dgm:cxn modelId="{CCDFB35C-B65A-A742-82DA-DE48C931D7CB}" type="presParOf" srcId="{2F7EF273-01FC-904C-8401-DFA91D666DAC}" destId="{5677814B-21CC-084C-8AC1-688EB666EB0E}" srcOrd="7" destOrd="0" presId="urn:microsoft.com/office/officeart/2005/8/layout/hProcess7"/>
    <dgm:cxn modelId="{E3A5FBE0-ABC0-574F-85CD-0F82BC1E91E3}" type="presParOf" srcId="{2F7EF273-01FC-904C-8401-DFA91D666DAC}" destId="{0B3DF5D3-EFAC-8C48-94BF-FD29C0688AA6}" srcOrd="8" destOrd="0" presId="urn:microsoft.com/office/officeart/2005/8/layout/hProcess7"/>
    <dgm:cxn modelId="{FB20EAD0-19F9-9C4F-900A-6E8C1BE295D2}" type="presParOf" srcId="{0B3DF5D3-EFAC-8C48-94BF-FD29C0688AA6}" destId="{A652DB70-34F8-A542-B2D9-6F4086A7A7A0}" srcOrd="0" destOrd="0" presId="urn:microsoft.com/office/officeart/2005/8/layout/hProcess7"/>
    <dgm:cxn modelId="{B52EE7D3-D37C-D742-B8EF-24C7D0A89397}" type="presParOf" srcId="{0B3DF5D3-EFAC-8C48-94BF-FD29C0688AA6}" destId="{6635C898-E763-D145-8907-7FDBC67F128D}" srcOrd="1" destOrd="0" presId="urn:microsoft.com/office/officeart/2005/8/layout/hProcess7"/>
    <dgm:cxn modelId="{05728290-23A2-0048-8860-3C552D5B17D7}" type="presParOf" srcId="{0B3DF5D3-EFAC-8C48-94BF-FD29C0688AA6}" destId="{6A6BE2A2-92B4-C744-98C7-A32808809C9E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CC1D3-1951-0643-AA1A-2A98F3945B7E}">
      <dsp:nvSpPr>
        <dsp:cNvPr id="0" name=""/>
        <dsp:cNvSpPr/>
      </dsp:nvSpPr>
      <dsp:spPr>
        <a:xfrm>
          <a:off x="0" y="0"/>
          <a:ext cx="7361019" cy="910382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100" kern="1200" dirty="0"/>
            <a:t>Priorisation des articles</a:t>
          </a:r>
        </a:p>
      </dsp:txBody>
      <dsp:txXfrm>
        <a:off x="26664" y="26664"/>
        <a:ext cx="6378646" cy="857054"/>
      </dsp:txXfrm>
    </dsp:sp>
    <dsp:sp modelId="{3AC74AC9-9FAB-B644-8157-F2D7B4BC7C4A}">
      <dsp:nvSpPr>
        <dsp:cNvPr id="0" name=""/>
        <dsp:cNvSpPr/>
      </dsp:nvSpPr>
      <dsp:spPr>
        <a:xfrm>
          <a:off x="649501" y="1062113"/>
          <a:ext cx="7361019" cy="910382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195150"/>
            <a:satOff val="7502"/>
            <a:lumOff val="122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100" kern="1200" dirty="0"/>
            <a:t>Tomate – Pomme </a:t>
          </a:r>
        </a:p>
      </dsp:txBody>
      <dsp:txXfrm>
        <a:off x="676165" y="1088777"/>
        <a:ext cx="6066441" cy="857054"/>
      </dsp:txXfrm>
    </dsp:sp>
    <dsp:sp modelId="{8ABEEE35-5399-D64F-88E3-F7DF246677E1}">
      <dsp:nvSpPr>
        <dsp:cNvPr id="0" name=""/>
        <dsp:cNvSpPr/>
      </dsp:nvSpPr>
      <dsp:spPr>
        <a:xfrm>
          <a:off x="1299003" y="2124226"/>
          <a:ext cx="7361019" cy="910382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390300"/>
            <a:satOff val="15005"/>
            <a:lumOff val="244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100" kern="1200" dirty="0"/>
            <a:t>Banane – Abricot - Kiwi</a:t>
          </a:r>
        </a:p>
      </dsp:txBody>
      <dsp:txXfrm>
        <a:off x="1325667" y="2150890"/>
        <a:ext cx="6066441" cy="857054"/>
      </dsp:txXfrm>
    </dsp:sp>
    <dsp:sp modelId="{659ED925-DBE6-5A4A-85BA-514CCE15487C}">
      <dsp:nvSpPr>
        <dsp:cNvPr id="0" name=""/>
        <dsp:cNvSpPr/>
      </dsp:nvSpPr>
      <dsp:spPr>
        <a:xfrm>
          <a:off x="6769270" y="690373"/>
          <a:ext cx="591748" cy="59174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800" kern="1200"/>
        </a:p>
      </dsp:txBody>
      <dsp:txXfrm>
        <a:off x="6902413" y="690373"/>
        <a:ext cx="325462" cy="445290"/>
      </dsp:txXfrm>
    </dsp:sp>
    <dsp:sp modelId="{73A02BE9-BB17-3A48-B5A7-3561536A144B}">
      <dsp:nvSpPr>
        <dsp:cNvPr id="0" name=""/>
        <dsp:cNvSpPr/>
      </dsp:nvSpPr>
      <dsp:spPr>
        <a:xfrm>
          <a:off x="7418772" y="1746417"/>
          <a:ext cx="591748" cy="59174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800" kern="1200"/>
        </a:p>
      </dsp:txBody>
      <dsp:txXfrm>
        <a:off x="7551915" y="1746417"/>
        <a:ext cx="325462" cy="4452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E48623-7BDE-6140-8FEE-87F3F09FF326}">
      <dsp:nvSpPr>
        <dsp:cNvPr id="0" name=""/>
        <dsp:cNvSpPr/>
      </dsp:nvSpPr>
      <dsp:spPr>
        <a:xfrm>
          <a:off x="624" y="111723"/>
          <a:ext cx="2687421" cy="3224906"/>
        </a:xfrm>
        <a:prstGeom prst="roundRect">
          <a:avLst>
            <a:gd name="adj" fmla="val 5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75438" rIns="97790" bIns="0" numCol="1" spcCol="1270" anchor="t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Janvier - Mars</a:t>
          </a:r>
        </a:p>
      </dsp:txBody>
      <dsp:txXfrm rot="16200000">
        <a:off x="-1052844" y="1165192"/>
        <a:ext cx="2644423" cy="537484"/>
      </dsp:txXfrm>
    </dsp:sp>
    <dsp:sp modelId="{C7C4E012-8E74-094F-B916-6595FED89751}">
      <dsp:nvSpPr>
        <dsp:cNvPr id="0" name=""/>
        <dsp:cNvSpPr/>
      </dsp:nvSpPr>
      <dsp:spPr>
        <a:xfrm>
          <a:off x="538108" y="111723"/>
          <a:ext cx="2002129" cy="3224906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itchFamily="2" charset="2"/>
            <a:buNone/>
          </a:pPr>
          <a:r>
            <a:rPr lang="fr-FR" sz="2400" kern="1200" dirty="0"/>
            <a:t>Pomme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itchFamily="2" charset="2"/>
            <a:buNone/>
          </a:pPr>
          <a:r>
            <a:rPr lang="fr-FR" sz="2400" kern="1200" dirty="0"/>
            <a:t>Tomate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itchFamily="2" charset="2"/>
            <a:buNone/>
          </a:pPr>
          <a:r>
            <a:rPr lang="fr-FR" sz="2400" kern="1200" dirty="0"/>
            <a:t>Banane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itchFamily="2" charset="2"/>
            <a:buNone/>
          </a:pPr>
          <a:r>
            <a:rPr lang="fr-FR" sz="2400" kern="1200" dirty="0"/>
            <a:t>Kiwi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itchFamily="2" charset="2"/>
            <a:buNone/>
          </a:pPr>
          <a:r>
            <a:rPr lang="fr-FR" sz="2400" kern="1200" dirty="0"/>
            <a:t>Abricot</a:t>
          </a:r>
        </a:p>
      </dsp:txBody>
      <dsp:txXfrm>
        <a:off x="538108" y="111723"/>
        <a:ext cx="2002129" cy="3224906"/>
      </dsp:txXfrm>
    </dsp:sp>
    <dsp:sp modelId="{58299262-C93F-344A-9EF3-AB04777390A5}">
      <dsp:nvSpPr>
        <dsp:cNvPr id="0" name=""/>
        <dsp:cNvSpPr/>
      </dsp:nvSpPr>
      <dsp:spPr>
        <a:xfrm>
          <a:off x="2782106" y="111723"/>
          <a:ext cx="2687421" cy="3224906"/>
        </a:xfrm>
        <a:prstGeom prst="roundRect">
          <a:avLst>
            <a:gd name="adj" fmla="val 5000"/>
          </a:avLst>
        </a:prstGeom>
        <a:solidFill>
          <a:schemeClr val="accent1">
            <a:shade val="80000"/>
            <a:hueOff val="195150"/>
            <a:satOff val="7502"/>
            <a:lumOff val="122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75438" rIns="97790" bIns="0" numCol="1" spcCol="1270" anchor="t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Mars - Octobre</a:t>
          </a:r>
        </a:p>
      </dsp:txBody>
      <dsp:txXfrm rot="16200000">
        <a:off x="1728636" y="1165192"/>
        <a:ext cx="2644423" cy="537484"/>
      </dsp:txXfrm>
    </dsp:sp>
    <dsp:sp modelId="{C66677EA-6B28-514E-823B-F8ADC5B68CCD}">
      <dsp:nvSpPr>
        <dsp:cNvPr id="0" name=""/>
        <dsp:cNvSpPr/>
      </dsp:nvSpPr>
      <dsp:spPr>
        <a:xfrm rot="5400000">
          <a:off x="2558599" y="2674510"/>
          <a:ext cx="473887" cy="40311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87B63A-9434-2445-AE14-ADFFD4E51260}">
      <dsp:nvSpPr>
        <dsp:cNvPr id="0" name=""/>
        <dsp:cNvSpPr/>
      </dsp:nvSpPr>
      <dsp:spPr>
        <a:xfrm>
          <a:off x="3319590" y="111723"/>
          <a:ext cx="2002129" cy="3224906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Tomate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Pomme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Abricot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Banane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Kiwi</a:t>
          </a:r>
        </a:p>
      </dsp:txBody>
      <dsp:txXfrm>
        <a:off x="3319590" y="111723"/>
        <a:ext cx="2002129" cy="3224906"/>
      </dsp:txXfrm>
    </dsp:sp>
    <dsp:sp modelId="{A652DB70-34F8-A542-B2D9-6F4086A7A7A0}">
      <dsp:nvSpPr>
        <dsp:cNvPr id="0" name=""/>
        <dsp:cNvSpPr/>
      </dsp:nvSpPr>
      <dsp:spPr>
        <a:xfrm>
          <a:off x="5563587" y="111723"/>
          <a:ext cx="2687421" cy="3224906"/>
        </a:xfrm>
        <a:prstGeom prst="roundRect">
          <a:avLst>
            <a:gd name="adj" fmla="val 5000"/>
          </a:avLst>
        </a:prstGeom>
        <a:solidFill>
          <a:schemeClr val="accent1">
            <a:shade val="80000"/>
            <a:hueOff val="390300"/>
            <a:satOff val="15005"/>
            <a:lumOff val="244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75438" rIns="97790" bIns="0" numCol="1" spcCol="1270" anchor="t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Octobre - Décembre</a:t>
          </a:r>
        </a:p>
      </dsp:txBody>
      <dsp:txXfrm rot="16200000">
        <a:off x="4510118" y="1165192"/>
        <a:ext cx="2644423" cy="537484"/>
      </dsp:txXfrm>
    </dsp:sp>
    <dsp:sp modelId="{F95980E1-33FE-184F-B5DE-D295E87B7C2C}">
      <dsp:nvSpPr>
        <dsp:cNvPr id="0" name=""/>
        <dsp:cNvSpPr/>
      </dsp:nvSpPr>
      <dsp:spPr>
        <a:xfrm rot="5400000">
          <a:off x="5340081" y="2674510"/>
          <a:ext cx="473887" cy="40311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390300"/>
              <a:satOff val="15005"/>
              <a:lumOff val="244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6BE2A2-92B4-C744-98C7-A32808809C9E}">
      <dsp:nvSpPr>
        <dsp:cNvPr id="0" name=""/>
        <dsp:cNvSpPr/>
      </dsp:nvSpPr>
      <dsp:spPr>
        <a:xfrm>
          <a:off x="6101072" y="111723"/>
          <a:ext cx="2002129" cy="3224906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Pomme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Tomate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Kiwi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Banane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Abricot</a:t>
          </a:r>
        </a:p>
      </dsp:txBody>
      <dsp:txXfrm>
        <a:off x="6101072" y="111723"/>
        <a:ext cx="2002129" cy="32249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D94470B-BAE6-A48B-980B-531E9C355D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1543CD4-1BEB-D6E9-6E8A-D8C6739DC0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16856-3A92-504E-BDB0-652D95A668E4}" type="datetimeFigureOut">
              <a:rPr lang="fr-FR" smtClean="0"/>
              <a:t>05/01/2025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4DE485D-55E2-634A-3FC7-928D2D0675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23148A-9F94-D34A-22B3-4C86A48342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13FCB-AA65-C840-A67B-97FF7DF151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13223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0959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0272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2661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344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4381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2041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9852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0992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68797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32621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28886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46172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7292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4517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82098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4385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39CB3B72-3245-FAC4-CB50-DDD3B84B44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dirty="0">
                <a:solidFill>
                  <a:schemeClr val="dk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29/10/2024</a:t>
            </a:r>
            <a:endParaRPr sz="280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Bénédy JEAN-PHILIPPE</a:t>
            </a:r>
            <a:endParaRPr sz="280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FB800C7-350D-39D4-FAB8-61B0A30D4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1942587"/>
            <a:ext cx="8520600" cy="2052600"/>
          </a:xfrm>
        </p:spPr>
        <p:txBody>
          <a:bodyPr/>
          <a:lstStyle/>
          <a:p>
            <a:r>
              <a:rPr lang="fr-FR" dirty="0"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FastAlim</a:t>
            </a:r>
            <a:br>
              <a:rPr lang="fr-FR" dirty="0"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>
              <a:effectLst/>
            </a:endParaRPr>
          </a:p>
        </p:txBody>
      </p:sp>
      <p:sp>
        <p:nvSpPr>
          <p:cNvPr id="3" name="Google Shape;61;p4">
            <a:extLst>
              <a:ext uri="{FF2B5EF4-FFF2-40B4-BE49-F238E27FC236}">
                <a16:creationId xmlns:a16="http://schemas.microsoft.com/office/drawing/2014/main" id="{3E5B37D9-2B93-C92E-219B-106D77FFE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Sommaire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231791C-F48A-C399-162B-E66D3F9CD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28600"/>
            <a:ext cx="8520600" cy="3416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</a:rPr>
              <a:t>Objectifs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</a:rPr>
              <a:t>Exploration du jeu de données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</a:rPr>
              <a:t>Évolution des volumes commandés 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</a:rPr>
              <a:t>Évolution des volumes du Top 5 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Recommandations</a:t>
            </a:r>
          </a:p>
          <a:p>
            <a:pPr>
              <a:buFont typeface="Wingdings" pitchFamily="2" charset="2"/>
              <a:buChar char="Ø"/>
            </a:pPr>
            <a:endParaRPr lang="fr-FR" dirty="0">
              <a:solidFill>
                <a:schemeClr val="tx1"/>
              </a:solidFill>
              <a:latin typeface="Arial" panose="020B0604020202020204" pitchFamily="34" charset="0"/>
              <a:ea typeface="Montserrat" pitchFamily="2" charset="77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F678CC8-CDF4-A58D-5998-D021095E31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Objectifs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231791C-F48A-C399-162B-E66D3F9CD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28600"/>
            <a:ext cx="8520600" cy="3416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Développer l’activité « fruits et légumes frais »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Rassurer nos clients historiques</a:t>
            </a:r>
          </a:p>
          <a:p>
            <a:pPr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ea typeface="Montserrat" pitchFamily="2" charset="77"/>
                <a:cs typeface="Arial" panose="020B0604020202020204" pitchFamily="34" charset="0"/>
              </a:rPr>
              <a:t>Anticiper les futures évolutions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F678CC8-CDF4-A58D-5998-D021095E31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8778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Exploration du jeu de données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B196F74-9E02-0CF3-0701-3F7F149537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</a:t>
            </a:fld>
            <a:endParaRPr lang="fr-FR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A5D8A16-62DF-660D-D5C2-AD45E2389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159" y="1566050"/>
            <a:ext cx="8520600" cy="3416400"/>
          </a:xfrm>
        </p:spPr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Le fichier comporte + de 32k lignes et 3 colonnes</a:t>
            </a:r>
          </a:p>
          <a:p>
            <a:r>
              <a:rPr lang="fr-FR" dirty="0">
                <a:solidFill>
                  <a:schemeClr val="tx1"/>
                </a:solidFill>
              </a:rPr>
              <a:t>Aucun doublon</a:t>
            </a:r>
          </a:p>
          <a:p>
            <a:r>
              <a:rPr lang="fr-FR" dirty="0">
                <a:solidFill>
                  <a:schemeClr val="tx1"/>
                </a:solidFill>
              </a:rPr>
              <a:t>Aucune donnée manquante</a:t>
            </a:r>
          </a:p>
          <a:p>
            <a:r>
              <a:rPr lang="fr-FR" dirty="0">
                <a:solidFill>
                  <a:schemeClr val="tx1"/>
                </a:solidFill>
              </a:rPr>
              <a:t>15 fruits et légumes entre 2017 et 2022</a:t>
            </a:r>
          </a:p>
        </p:txBody>
      </p:sp>
    </p:spTree>
    <p:extLst>
      <p:ext uri="{BB962C8B-B14F-4D97-AF65-F5344CB8AC3E}">
        <p14:creationId xmlns:p14="http://schemas.microsoft.com/office/powerpoint/2010/main" val="1132398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Préparation des données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B196F74-9E02-0CF3-0701-3F7F149537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A5D8A16-62DF-660D-D5C2-AD45E2389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159" y="1566050"/>
            <a:ext cx="8520600" cy="3416400"/>
          </a:xfrm>
        </p:spPr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Vérification des formats de données</a:t>
            </a:r>
          </a:p>
          <a:p>
            <a:r>
              <a:rPr lang="fr-FR" dirty="0">
                <a:solidFill>
                  <a:schemeClr val="tx1"/>
                </a:solidFill>
              </a:rPr>
              <a:t>Conservation des 4 dernières années ( 2019 – 2022 ) </a:t>
            </a:r>
          </a:p>
          <a:p>
            <a:r>
              <a:rPr lang="fr-FR" dirty="0">
                <a:solidFill>
                  <a:schemeClr val="tx1"/>
                </a:solidFill>
              </a:rPr>
              <a:t>Création de nouvelles colonnes</a:t>
            </a:r>
          </a:p>
          <a:p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617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Évolution du chiffre d’affaires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2E6A51-AA6F-0A0A-C503-4F0F8BDF3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D52A3B5-7A1C-1864-D86C-7C4FFE8AB9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57" t="4695" r="1629" b="7532"/>
          <a:stretch/>
        </p:blipFill>
        <p:spPr>
          <a:xfrm>
            <a:off x="661851" y="1733732"/>
            <a:ext cx="6670766" cy="2835873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EF84838-D504-F10D-6084-A15692799210}"/>
              </a:ext>
            </a:extLst>
          </p:cNvPr>
          <p:cNvSpPr txBox="1"/>
          <p:nvPr/>
        </p:nvSpPr>
        <p:spPr>
          <a:xfrm>
            <a:off x="7332617" y="2248584"/>
            <a:ext cx="1688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solidFill>
                  <a:srgbClr val="00B050"/>
                </a:solidFill>
              </a:rPr>
              <a:t>+ 12,704.81 €</a:t>
            </a:r>
          </a:p>
          <a:p>
            <a:r>
              <a:rPr lang="fr-FR" sz="1800" dirty="0">
                <a:solidFill>
                  <a:srgbClr val="00B050"/>
                </a:solidFill>
              </a:rPr>
              <a:t>+ 2,4 %</a:t>
            </a:r>
          </a:p>
        </p:txBody>
      </p:sp>
    </p:spTree>
    <p:extLst>
      <p:ext uri="{BB962C8B-B14F-4D97-AF65-F5344CB8AC3E}">
        <p14:creationId xmlns:p14="http://schemas.microsoft.com/office/powerpoint/2010/main" val="223929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Évolution total par année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2E6A51-AA6F-0A0A-C503-4F0F8BDF3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B4689AE-7EDA-2DE9-BDA4-F0800E9963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08" t="7255" r="2297" b="7853"/>
          <a:stretch/>
        </p:blipFill>
        <p:spPr>
          <a:xfrm>
            <a:off x="192510" y="2072568"/>
            <a:ext cx="6897188" cy="2113062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B25406CC-4623-D7C4-32FB-20A3D6BE502D}"/>
              </a:ext>
            </a:extLst>
          </p:cNvPr>
          <p:cNvSpPr txBox="1"/>
          <p:nvPr/>
        </p:nvSpPr>
        <p:spPr>
          <a:xfrm>
            <a:off x="7149738" y="2867489"/>
            <a:ext cx="18017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fr-FR" dirty="0">
                <a:solidFill>
                  <a:srgbClr val="FF0000"/>
                </a:solidFill>
              </a:rPr>
              <a:t>Trop de produits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fr-FR" dirty="0">
                <a:solidFill>
                  <a:srgbClr val="FF0000"/>
                </a:solidFill>
              </a:rPr>
              <a:t>Peu pertinent</a:t>
            </a:r>
          </a:p>
        </p:txBody>
      </p:sp>
    </p:spTree>
    <p:extLst>
      <p:ext uri="{BB962C8B-B14F-4D97-AF65-F5344CB8AC3E}">
        <p14:creationId xmlns:p14="http://schemas.microsoft.com/office/powerpoint/2010/main" val="609393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Évolution total par mois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2E6A51-AA6F-0A0A-C503-4F0F8BDF3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25406CC-4623-D7C4-32FB-20A3D6BE502D}"/>
              </a:ext>
            </a:extLst>
          </p:cNvPr>
          <p:cNvSpPr txBox="1"/>
          <p:nvPr/>
        </p:nvSpPr>
        <p:spPr>
          <a:xfrm>
            <a:off x="7149738" y="2867489"/>
            <a:ext cx="180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fr-FR" dirty="0">
                <a:solidFill>
                  <a:srgbClr val="FF0000"/>
                </a:solidFill>
              </a:rPr>
              <a:t>Peu pertinent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409A485-1F24-67CF-8936-15F7A80E1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1" y="2197281"/>
            <a:ext cx="6966857" cy="222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583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Évolution annuelle du Top 5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2E6A51-AA6F-0A0A-C503-4F0F8BDF3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25406CC-4623-D7C4-32FB-20A3D6BE502D}"/>
              </a:ext>
            </a:extLst>
          </p:cNvPr>
          <p:cNvSpPr txBox="1"/>
          <p:nvPr/>
        </p:nvSpPr>
        <p:spPr>
          <a:xfrm>
            <a:off x="7106195" y="2484312"/>
            <a:ext cx="18017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</a:rPr>
              <a:t>Évolution claire du top 5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2E46996-6B0F-7AD5-7100-826DC8C1A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53" y="1962550"/>
            <a:ext cx="6644640" cy="221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810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Évolution annuelle du Top 5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2E6A51-AA6F-0A0A-C503-4F0F8BDF3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9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6A486EA-BADD-7267-6BC1-C84659547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71" y="1706382"/>
            <a:ext cx="6737238" cy="315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737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Évolution mensuelle du Top 5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2E6A51-AA6F-0A0A-C503-4F0F8BDF3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39939D8-DB88-DD14-184D-0CF3BB8DA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42" y="1492174"/>
            <a:ext cx="7162050" cy="336784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C108062-A682-13F8-23AB-B6FF09583241}"/>
              </a:ext>
            </a:extLst>
          </p:cNvPr>
          <p:cNvSpPr txBox="1"/>
          <p:nvPr/>
        </p:nvSpPr>
        <p:spPr>
          <a:xfrm>
            <a:off x="7559040" y="1820091"/>
            <a:ext cx="1462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solidFill>
                  <a:srgbClr val="FF0000"/>
                </a:solidFill>
              </a:rPr>
              <a:t>-0.75% </a:t>
            </a:r>
          </a:p>
        </p:txBody>
      </p:sp>
    </p:spTree>
    <p:extLst>
      <p:ext uri="{BB962C8B-B14F-4D97-AF65-F5344CB8AC3E}">
        <p14:creationId xmlns:p14="http://schemas.microsoft.com/office/powerpoint/2010/main" val="2965779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Évolution mensuelle du Top 5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2E6A51-AA6F-0A0A-C503-4F0F8BDF3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BFF73D0-DDAC-7E0B-DC5E-951B6342E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74" y="1962550"/>
            <a:ext cx="6932539" cy="2345045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5F5EE4BB-6DB0-63DB-EF24-7E29A2D2C579}"/>
              </a:ext>
            </a:extLst>
          </p:cNvPr>
          <p:cNvGrpSpPr/>
          <p:nvPr/>
        </p:nvGrpSpPr>
        <p:grpSpPr>
          <a:xfrm>
            <a:off x="7079813" y="1962550"/>
            <a:ext cx="838200" cy="2511714"/>
            <a:chOff x="7079813" y="2270087"/>
            <a:chExt cx="838200" cy="2511714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75A4B3FB-8ABB-2B3C-6280-C6C9D927D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79813" y="2270087"/>
              <a:ext cx="838200" cy="977900"/>
            </a:xfrm>
            <a:prstGeom prst="rect">
              <a:avLst/>
            </a:prstGeom>
          </p:spPr>
        </p:pic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EF381695-5394-ADA1-80CE-B5DDB3F14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79813" y="3307891"/>
              <a:ext cx="825500" cy="939800"/>
            </a:xfrm>
            <a:prstGeom prst="rect">
              <a:avLst/>
            </a:prstGeom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9D4F002F-389F-A2CF-3C17-57EAD0637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79813" y="4311901"/>
              <a:ext cx="812800" cy="469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2511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Évolution hebdomadaire du Top 5 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3EFCEB0-14FA-2FCF-0B21-17FE70811F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F9BC092-9B55-2670-4BD6-3ECCF8613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01" y="1616450"/>
            <a:ext cx="6150438" cy="318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687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Évolution hebdomadaire du Top 5 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3EFCEB0-14FA-2FCF-0B21-17FE70811F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13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9536980-82D7-16C7-9474-22D82BACA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42" y="1646929"/>
            <a:ext cx="6800433" cy="317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045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Évolution hebdomadaire du Top 5 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3EFCEB0-14FA-2FCF-0B21-17FE70811F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14</a:t>
            </a:fld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CA97257-5878-7FA7-78F5-6C529B45D30E}"/>
              </a:ext>
            </a:extLst>
          </p:cNvPr>
          <p:cNvGrpSpPr/>
          <p:nvPr/>
        </p:nvGrpSpPr>
        <p:grpSpPr>
          <a:xfrm>
            <a:off x="7042638" y="2092193"/>
            <a:ext cx="1239489" cy="2289213"/>
            <a:chOff x="7113202" y="2068399"/>
            <a:chExt cx="1028475" cy="2827994"/>
          </a:xfrm>
        </p:grpSpPr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CD27DEC6-555E-BF39-0A4F-66343DCB5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39579" y="2068399"/>
              <a:ext cx="1002097" cy="1280457"/>
            </a:xfrm>
            <a:prstGeom prst="rect">
              <a:avLst/>
            </a:prstGeom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71FC2183-9B54-A476-F2D7-A32FCD59E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13203" y="3303766"/>
              <a:ext cx="1028474" cy="1211627"/>
            </a:xfrm>
            <a:prstGeom prst="rect">
              <a:avLst/>
            </a:prstGeom>
          </p:spPr>
        </p:pic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796EE351-219D-A1E9-56BC-2923EE48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13202" y="4515393"/>
              <a:ext cx="1028473" cy="381000"/>
            </a:xfrm>
            <a:prstGeom prst="rect">
              <a:avLst/>
            </a:prstGeom>
          </p:spPr>
        </p:pic>
      </p:grpSp>
      <p:pic>
        <p:nvPicPr>
          <p:cNvPr id="17" name="Image 16">
            <a:extLst>
              <a:ext uri="{FF2B5EF4-FFF2-40B4-BE49-F238E27FC236}">
                <a16:creationId xmlns:a16="http://schemas.microsoft.com/office/drawing/2014/main" id="{5C2011E7-FFF0-70DD-04F4-543002128B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122" y="2086732"/>
            <a:ext cx="6580627" cy="229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66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Recommandations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3EFCEB0-14FA-2FCF-0B21-17FE70811F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15</a:t>
            </a:fld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461180-1B78-2FD1-8B5D-1FA2F5A4AB4A}"/>
              </a:ext>
            </a:extLst>
          </p:cNvPr>
          <p:cNvSpPr/>
          <p:nvPr/>
        </p:nvSpPr>
        <p:spPr>
          <a:xfrm>
            <a:off x="5912842" y="3471922"/>
            <a:ext cx="2681684" cy="10527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/>
              <a:t>Mois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02FA1-D206-5F5A-FFC7-5AFAE74CA045}"/>
              </a:ext>
            </a:extLst>
          </p:cNvPr>
          <p:cNvSpPr/>
          <p:nvPr/>
        </p:nvSpPr>
        <p:spPr>
          <a:xfrm>
            <a:off x="549474" y="3471922"/>
            <a:ext cx="2681684" cy="10527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/>
              <a:t>Semaine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429291-AA34-19E9-14C5-08CF286FFC6C}"/>
              </a:ext>
            </a:extLst>
          </p:cNvPr>
          <p:cNvSpPr/>
          <p:nvPr/>
        </p:nvSpPr>
        <p:spPr>
          <a:xfrm>
            <a:off x="3231158" y="1648051"/>
            <a:ext cx="2681684" cy="10527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/>
              <a:t>2 recommandations de réorganisation</a:t>
            </a:r>
          </a:p>
        </p:txBody>
      </p:sp>
      <p:sp>
        <p:nvSpPr>
          <p:cNvPr id="7" name="Flèche vers la droite 6">
            <a:extLst>
              <a:ext uri="{FF2B5EF4-FFF2-40B4-BE49-F238E27FC236}">
                <a16:creationId xmlns:a16="http://schemas.microsoft.com/office/drawing/2014/main" id="{D14278A5-335D-C101-F9B0-46A03E907BD6}"/>
              </a:ext>
            </a:extLst>
          </p:cNvPr>
          <p:cNvSpPr/>
          <p:nvPr/>
        </p:nvSpPr>
        <p:spPr>
          <a:xfrm rot="3356401">
            <a:off x="5136712" y="2843003"/>
            <a:ext cx="812264" cy="7601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èche vers la droite 8">
            <a:extLst>
              <a:ext uri="{FF2B5EF4-FFF2-40B4-BE49-F238E27FC236}">
                <a16:creationId xmlns:a16="http://schemas.microsoft.com/office/drawing/2014/main" id="{60A64503-2EE1-6DDA-463B-74A79CAC5C12}"/>
              </a:ext>
            </a:extLst>
          </p:cNvPr>
          <p:cNvSpPr/>
          <p:nvPr/>
        </p:nvSpPr>
        <p:spPr>
          <a:xfrm rot="8034654">
            <a:off x="3241460" y="2815958"/>
            <a:ext cx="812264" cy="7601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2353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5" y="1528600"/>
            <a:ext cx="636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Réorganisation - Semaine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4203090-187F-14AC-D36E-06F80EC7F2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16</a:t>
            </a:fld>
            <a:endParaRPr lang="fr-FR"/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1E36134F-1981-A280-3FD7-BEADDB70BF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3147458"/>
              </p:ext>
            </p:extLst>
          </p:nvPr>
        </p:nvGraphicFramePr>
        <p:xfrm>
          <a:off x="158662" y="1528599"/>
          <a:ext cx="8660023" cy="3034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971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69CC1D3-1951-0643-AA1A-2A98F3945B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769CC1D3-1951-0643-AA1A-2A98F3945B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59ED925-DBE6-5A4A-85BA-514CCE1548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659ED925-DBE6-5A4A-85BA-514CCE1548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AC74AC9-9FAB-B644-8157-F2D7B4BC7C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3AC74AC9-9FAB-B644-8157-F2D7B4BC7C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3A02BE9-BB17-3A48-B5A7-3561536A14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73A02BE9-BB17-3A48-B5A7-3561536A14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ABEEE35-5399-D64F-88E3-F7DF246677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8ABEEE35-5399-D64F-88E3-F7DF246677E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350"/>
            <a:ext cx="9144000" cy="139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227522E-CCCA-38C9-A554-096253C6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7" y="42065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Réorganisation - Mois</a:t>
            </a:r>
            <a:br>
              <a:rPr lang="fr-FR" sz="2800" dirty="0">
                <a:solidFill>
                  <a:srgbClr val="F3F3F3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4203090-187F-14AC-D36E-06F80EC7F2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17</a:t>
            </a:fld>
            <a:endParaRPr lang="fr-FR"/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04DD2829-421B-BD28-4489-54E0D236D9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6208966"/>
              </p:ext>
            </p:extLst>
          </p:nvPr>
        </p:nvGraphicFramePr>
        <p:xfrm>
          <a:off x="330506" y="1608463"/>
          <a:ext cx="8251634" cy="34483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4091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1E48623-7BDE-6140-8FEE-87F3F09FF3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graphicEl>
                                              <a:dgm id="{71E48623-7BDE-6140-8FEE-87F3F09FF3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7C4E012-8E74-094F-B916-6595FED897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graphicEl>
                                              <a:dgm id="{C7C4E012-8E74-094F-B916-6595FED897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66677EA-6B28-514E-823B-F8ADC5B68C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graphicEl>
                                              <a:dgm id="{C66677EA-6B28-514E-823B-F8ADC5B68C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8299262-C93F-344A-9EF3-AB04777390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>
                                            <p:graphicEl>
                                              <a:dgm id="{58299262-C93F-344A-9EF3-AB04777390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587B63A-9434-2445-AE14-ADFFD4E512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>
                                            <p:graphicEl>
                                              <a:dgm id="{7587B63A-9434-2445-AE14-ADFFD4E512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95980E1-33FE-184F-B5DE-D295E87B7C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graphicEl>
                                              <a:dgm id="{F95980E1-33FE-184F-B5DE-D295E87B7C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652DB70-34F8-A542-B2D9-6F4086A7A7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">
                                            <p:graphicEl>
                                              <a:dgm id="{A652DB70-34F8-A542-B2D9-6F4086A7A7A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A6BE2A2-92B4-C744-98C7-A32808809C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">
                                            <p:graphicEl>
                                              <a:dgm id="{6A6BE2A2-92B4-C744-98C7-A32808809C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{0631A71B-156B-9245-844E-44C6FE7D33C1}tf16401378</Template>
  <TotalTime>58921</TotalTime>
  <Words>240</Words>
  <Application>Microsoft Macintosh PowerPoint</Application>
  <PresentationFormat>Affichage à l'écran (16:9)</PresentationFormat>
  <Paragraphs>83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Arial</vt:lpstr>
      <vt:lpstr>Wingdings</vt:lpstr>
      <vt:lpstr>Simple Light</vt:lpstr>
      <vt:lpstr>FastAlim </vt:lpstr>
      <vt:lpstr>Sommaire </vt:lpstr>
      <vt:lpstr>Objectifs </vt:lpstr>
      <vt:lpstr>Exploration du jeu de données </vt:lpstr>
      <vt:lpstr>Préparation des données </vt:lpstr>
      <vt:lpstr>Évolution du chiffre d’affaires </vt:lpstr>
      <vt:lpstr>Évolution total par année </vt:lpstr>
      <vt:lpstr>Évolution total par mois </vt:lpstr>
      <vt:lpstr>Évolution annuelle du Top 5 </vt:lpstr>
      <vt:lpstr>Évolution annuelle du Top 5 </vt:lpstr>
      <vt:lpstr>Évolution mensuelle du Top 5 </vt:lpstr>
      <vt:lpstr>Évolution mensuelle du Top 5 </vt:lpstr>
      <vt:lpstr>Évolution hebdomadaire du Top 5  </vt:lpstr>
      <vt:lpstr>Évolution hebdomadaire du Top 5  </vt:lpstr>
      <vt:lpstr>Évolution hebdomadaire du Top 5  </vt:lpstr>
      <vt:lpstr>Recommandations </vt:lpstr>
      <vt:lpstr>Réorganisation - Semaine </vt:lpstr>
      <vt:lpstr>Réorganisation - Mois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JEAN PHILIPPE Benedy</cp:lastModifiedBy>
  <cp:revision>175</cp:revision>
  <dcterms:modified xsi:type="dcterms:W3CDTF">2025-01-05T13:13:37Z</dcterms:modified>
</cp:coreProperties>
</file>